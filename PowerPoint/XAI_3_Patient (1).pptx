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5"/>
  </p:notesMasterIdLst>
  <p:sldIdLst>
    <p:sldId id="256" r:id="rId5"/>
    <p:sldId id="258" r:id="rId6"/>
    <p:sldId id="257" r:id="rId7"/>
    <p:sldId id="259" r:id="rId8"/>
    <p:sldId id="260" r:id="rId9"/>
    <p:sldId id="261" r:id="rId10"/>
    <p:sldId id="262" r:id="rId11"/>
    <p:sldId id="263" r:id="rId12"/>
    <p:sldId id="264" r:id="rId13"/>
    <p:sldId id="265" r:id="rId14"/>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6179BF-F665-50BA-D438-E3D89EB3F172}" v="228" dt="2026-10-19T13:05:53.904"/>
    <p1510:client id="{D522DC55-1550-40D6-B5DB-C858B637755E}" v="115" dt="2026-10-19T11:01:09.926"/>
  </p1510:revLst>
</p1510:revInfo>
</file>

<file path=ppt/tableStyles.xml><?xml version="1.0" encoding="utf-8"?>
<a:tblStyleLst xmlns:a="http://schemas.openxmlformats.org/drawingml/2006/main" def="{5C22544A-7EE6-4342-B048-85BDC9FD1C3A}">
  <a:tblStyle styleId="{5C22544A-7EE6-4342-B048-85BDC9FD1C3A}" styleName="Mellemlayout 2 - Markerin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8" d="100"/>
          <a:sy n="58" d="100"/>
        </p:scale>
        <p:origin x="600"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ctor Birkefeldt Carstens" userId="S::s256191@dtu.dk::1ee44ff6-02af-40b0-887d-3566f46ee20c" providerId="AD" clId="Web-{B76179BF-F665-50BA-D438-E3D89EB3F172}"/>
    <pc:docChg chg="modSld sldOrd">
      <pc:chgData name="Victor Birkefeldt Carstens" userId="S::s256191@dtu.dk::1ee44ff6-02af-40b0-887d-3566f46ee20c" providerId="AD" clId="Web-{B76179BF-F665-50BA-D438-E3D89EB3F172}" dt="2026-10-19T13:03:59.651" v="252"/>
      <pc:docMkLst>
        <pc:docMk/>
      </pc:docMkLst>
      <pc:sldChg chg="modNotes">
        <pc:chgData name="Victor Birkefeldt Carstens" userId="S::s256191@dtu.dk::1ee44ff6-02af-40b0-887d-3566f46ee20c" providerId="AD" clId="Web-{B76179BF-F665-50BA-D438-E3D89EB3F172}" dt="2026-10-19T13:01:54.989" v="226"/>
        <pc:sldMkLst>
          <pc:docMk/>
          <pc:sldMk cId="1053331291" sldId="256"/>
        </pc:sldMkLst>
      </pc:sldChg>
      <pc:sldChg chg="modSp modNotes">
        <pc:chgData name="Victor Birkefeldt Carstens" userId="S::s256191@dtu.dk::1ee44ff6-02af-40b0-887d-3566f46ee20c" providerId="AD" clId="Web-{B76179BF-F665-50BA-D438-E3D89EB3F172}" dt="2026-10-19T13:02:59.569" v="234"/>
        <pc:sldMkLst>
          <pc:docMk/>
          <pc:sldMk cId="158279150" sldId="257"/>
        </pc:sldMkLst>
        <pc:spChg chg="mod">
          <ac:chgData name="Victor Birkefeldt Carstens" userId="S::s256191@dtu.dk::1ee44ff6-02af-40b0-887d-3566f46ee20c" providerId="AD" clId="Web-{B76179BF-F665-50BA-D438-E3D89EB3F172}" dt="2026-10-19T10:46:04.012" v="78" actId="1076"/>
          <ac:spMkLst>
            <pc:docMk/>
            <pc:sldMk cId="158279150" sldId="257"/>
            <ac:spMk id="5" creationId="{0A0B08B7-2E41-4F52-B2EE-4E8101184CEC}"/>
          </ac:spMkLst>
        </pc:spChg>
        <pc:spChg chg="mod">
          <ac:chgData name="Victor Birkefeldt Carstens" userId="S::s256191@dtu.dk::1ee44ff6-02af-40b0-887d-3566f46ee20c" providerId="AD" clId="Web-{B76179BF-F665-50BA-D438-E3D89EB3F172}" dt="2026-10-19T10:45:51.511" v="77" actId="20577"/>
          <ac:spMkLst>
            <pc:docMk/>
            <pc:sldMk cId="158279150" sldId="257"/>
            <ac:spMk id="6" creationId="{EF416E0F-C75B-4418-8486-FAE5CF956AF4}"/>
          </ac:spMkLst>
        </pc:spChg>
      </pc:sldChg>
      <pc:sldChg chg="modSp ord modNotes">
        <pc:chgData name="Victor Birkefeldt Carstens" userId="S::s256191@dtu.dk::1ee44ff6-02af-40b0-887d-3566f46ee20c" providerId="AD" clId="Web-{B76179BF-F665-50BA-D438-E3D89EB3F172}" dt="2026-10-19T13:02:09.818" v="230"/>
        <pc:sldMkLst>
          <pc:docMk/>
          <pc:sldMk cId="1660313769" sldId="258"/>
        </pc:sldMkLst>
        <pc:spChg chg="mod">
          <ac:chgData name="Victor Birkefeldt Carstens" userId="S::s256191@dtu.dk::1ee44ff6-02af-40b0-887d-3566f46ee20c" providerId="AD" clId="Web-{B76179BF-F665-50BA-D438-E3D89EB3F172}" dt="2026-10-19T10:44:33.853" v="26" actId="20577"/>
          <ac:spMkLst>
            <pc:docMk/>
            <pc:sldMk cId="1660313769" sldId="258"/>
            <ac:spMk id="3" creationId="{C7437445-FDCE-4F5B-BCC6-4C0994EACA09}"/>
          </ac:spMkLst>
        </pc:spChg>
        <pc:spChg chg="mod">
          <ac:chgData name="Victor Birkefeldt Carstens" userId="S::s256191@dtu.dk::1ee44ff6-02af-40b0-887d-3566f46ee20c" providerId="AD" clId="Web-{B76179BF-F665-50BA-D438-E3D89EB3F172}" dt="2026-10-19T10:45:04.198" v="60" actId="20577"/>
          <ac:spMkLst>
            <pc:docMk/>
            <pc:sldMk cId="1660313769" sldId="258"/>
            <ac:spMk id="6" creationId="{E0720C09-8FDE-48BD-B0E3-4E63EE22F698}"/>
          </ac:spMkLst>
        </pc:spChg>
      </pc:sldChg>
      <pc:sldChg chg="modSp modNotes">
        <pc:chgData name="Victor Birkefeldt Carstens" userId="S::s256191@dtu.dk::1ee44ff6-02af-40b0-887d-3566f46ee20c" providerId="AD" clId="Web-{B76179BF-F665-50BA-D438-E3D89EB3F172}" dt="2026-10-19T13:03:30.899" v="238"/>
        <pc:sldMkLst>
          <pc:docMk/>
          <pc:sldMk cId="798124679" sldId="259"/>
        </pc:sldMkLst>
        <pc:spChg chg="mod">
          <ac:chgData name="Victor Birkefeldt Carstens" userId="S::s256191@dtu.dk::1ee44ff6-02af-40b0-887d-3566f46ee20c" providerId="AD" clId="Web-{B76179BF-F665-50BA-D438-E3D89EB3F172}" dt="2026-10-19T10:48:33.782" v="86" actId="20577"/>
          <ac:spMkLst>
            <pc:docMk/>
            <pc:sldMk cId="798124679" sldId="259"/>
            <ac:spMk id="6" creationId="{FD761156-8751-44A9-87C1-36884508015F}"/>
          </ac:spMkLst>
        </pc:spChg>
        <pc:spChg chg="mod">
          <ac:chgData name="Victor Birkefeldt Carstens" userId="S::s256191@dtu.dk::1ee44ff6-02af-40b0-887d-3566f46ee20c" providerId="AD" clId="Web-{B76179BF-F665-50BA-D438-E3D89EB3F172}" dt="2026-10-19T10:48:41.611" v="87" actId="1076"/>
          <ac:spMkLst>
            <pc:docMk/>
            <pc:sldMk cId="798124679" sldId="259"/>
            <ac:spMk id="7" creationId="{E90F5740-6B1B-4DA8-955B-F0ADF01F13F9}"/>
          </ac:spMkLst>
        </pc:spChg>
        <pc:spChg chg="mod">
          <ac:chgData name="Victor Birkefeldt Carstens" userId="S::s256191@dtu.dk::1ee44ff6-02af-40b0-887d-3566f46ee20c" providerId="AD" clId="Web-{B76179BF-F665-50BA-D438-E3D89EB3F172}" dt="2026-10-19T10:50:15.895" v="124" actId="20577"/>
          <ac:spMkLst>
            <pc:docMk/>
            <pc:sldMk cId="798124679" sldId="259"/>
            <ac:spMk id="8" creationId="{01BEA8F9-B0D7-48A8-ABEA-58268622CB21}"/>
          </ac:spMkLst>
        </pc:spChg>
      </pc:sldChg>
      <pc:sldChg chg="addSp modSp mod modShow">
        <pc:chgData name="Victor Birkefeldt Carstens" userId="S::s256191@dtu.dk::1ee44ff6-02af-40b0-887d-3566f46ee20c" providerId="AD" clId="Web-{B76179BF-F665-50BA-D438-E3D89EB3F172}" dt="2026-10-19T10:54:32.154" v="219"/>
        <pc:sldMkLst>
          <pc:docMk/>
          <pc:sldMk cId="676449482" sldId="260"/>
        </pc:sldMkLst>
        <pc:spChg chg="mod">
          <ac:chgData name="Victor Birkefeldt Carstens" userId="S::s256191@dtu.dk::1ee44ff6-02af-40b0-887d-3566f46ee20c" providerId="AD" clId="Web-{B76179BF-F665-50BA-D438-E3D89EB3F172}" dt="2026-10-19T10:52:49.197" v="189" actId="1076"/>
          <ac:spMkLst>
            <pc:docMk/>
            <pc:sldMk cId="676449482" sldId="260"/>
            <ac:spMk id="6" creationId="{8D783BE6-CE10-46BC-A917-0B6690B0EFF4}"/>
          </ac:spMkLst>
        </pc:spChg>
        <pc:spChg chg="mod">
          <ac:chgData name="Victor Birkefeldt Carstens" userId="S::s256191@dtu.dk::1ee44ff6-02af-40b0-887d-3566f46ee20c" providerId="AD" clId="Web-{B76179BF-F665-50BA-D438-E3D89EB3F172}" dt="2026-10-19T10:52:51.931" v="190" actId="1076"/>
          <ac:spMkLst>
            <pc:docMk/>
            <pc:sldMk cId="676449482" sldId="260"/>
            <ac:spMk id="7" creationId="{CC56FB6B-AC71-40DF-9115-51305BDF2048}"/>
          </ac:spMkLst>
        </pc:spChg>
        <pc:graphicFrameChg chg="mod modGraphic">
          <ac:chgData name="Victor Birkefeldt Carstens" userId="S::s256191@dtu.dk::1ee44ff6-02af-40b0-887d-3566f46ee20c" providerId="AD" clId="Web-{B76179BF-F665-50BA-D438-E3D89EB3F172}" dt="2026-10-19T10:53:23.417" v="218"/>
          <ac:graphicFrameMkLst>
            <pc:docMk/>
            <pc:sldMk cId="676449482" sldId="260"/>
            <ac:graphicFrameMk id="5" creationId="{5459FBD2-9441-4359-BD8B-52F50A9652DD}"/>
          </ac:graphicFrameMkLst>
        </pc:graphicFrameChg>
        <pc:graphicFrameChg chg="add mod modGraphic">
          <ac:chgData name="Victor Birkefeldt Carstens" userId="S::s256191@dtu.dk::1ee44ff6-02af-40b0-887d-3566f46ee20c" providerId="AD" clId="Web-{B76179BF-F665-50BA-D438-E3D89EB3F172}" dt="2026-10-19T10:52:39.228" v="186" actId="1076"/>
          <ac:graphicFrameMkLst>
            <pc:docMk/>
            <pc:sldMk cId="676449482" sldId="260"/>
            <ac:graphicFrameMk id="10" creationId="{241657F4-1CDF-15FA-0B1D-8635EC37E9A6}"/>
          </ac:graphicFrameMkLst>
        </pc:graphicFrameChg>
      </pc:sldChg>
      <pc:sldChg chg="modNotes">
        <pc:chgData name="Victor Birkefeldt Carstens" userId="S::s256191@dtu.dk::1ee44ff6-02af-40b0-887d-3566f46ee20c" providerId="AD" clId="Web-{B76179BF-F665-50BA-D438-E3D89EB3F172}" dt="2026-10-19T13:03:42.290" v="242"/>
        <pc:sldMkLst>
          <pc:docMk/>
          <pc:sldMk cId="202443799" sldId="261"/>
        </pc:sldMkLst>
      </pc:sldChg>
      <pc:sldChg chg="mod modShow">
        <pc:chgData name="Victor Birkefeldt Carstens" userId="S::s256191@dtu.dk::1ee44ff6-02af-40b0-887d-3566f46ee20c" providerId="AD" clId="Web-{B76179BF-F665-50BA-D438-E3D89EB3F172}" dt="2026-10-19T10:57:44.425" v="220"/>
        <pc:sldMkLst>
          <pc:docMk/>
          <pc:sldMk cId="965207355" sldId="262"/>
        </pc:sldMkLst>
      </pc:sldChg>
      <pc:sldChg chg="modNotes">
        <pc:chgData name="Victor Birkefeldt Carstens" userId="S::s256191@dtu.dk::1ee44ff6-02af-40b0-887d-3566f46ee20c" providerId="AD" clId="Web-{B76179BF-F665-50BA-D438-E3D89EB3F172}" dt="2026-10-19T13:03:48.962" v="248"/>
        <pc:sldMkLst>
          <pc:docMk/>
          <pc:sldMk cId="155732857" sldId="263"/>
        </pc:sldMkLst>
      </pc:sldChg>
      <pc:sldChg chg="mod modShow">
        <pc:chgData name="Victor Birkefeldt Carstens" userId="S::s256191@dtu.dk::1ee44ff6-02af-40b0-887d-3566f46ee20c" providerId="AD" clId="Web-{B76179BF-F665-50BA-D438-E3D89EB3F172}" dt="2026-10-19T10:59:39.179" v="222"/>
        <pc:sldMkLst>
          <pc:docMk/>
          <pc:sldMk cId="1226529267" sldId="264"/>
        </pc:sldMkLst>
      </pc:sldChg>
      <pc:sldChg chg="modNotes">
        <pc:chgData name="Victor Birkefeldt Carstens" userId="S::s256191@dtu.dk::1ee44ff6-02af-40b0-887d-3566f46ee20c" providerId="AD" clId="Web-{B76179BF-F665-50BA-D438-E3D89EB3F172}" dt="2026-10-19T13:03:59.651" v="252"/>
        <pc:sldMkLst>
          <pc:docMk/>
          <pc:sldMk cId="480699065" sldId="265"/>
        </pc:sldMkLst>
      </pc:sldChg>
    </pc:docChg>
  </pc:docChgLst>
  <pc:docChgLst>
    <pc:chgData name="Magnus Lau Ovesen" userId="418c1f3d-3806-4e0c-b4a3-27babb601aa5" providerId="ADAL" clId="{B2478266-A00C-426C-895A-CA5BB70D660D}"/>
    <pc:docChg chg="modSld modMainMaster">
      <pc:chgData name="Magnus Lau Ovesen" userId="418c1f3d-3806-4e0c-b4a3-27babb601aa5" providerId="ADAL" clId="{B2478266-A00C-426C-895A-CA5BB70D660D}" dt="2026-10-19T11:01:09.926" v="114"/>
      <pc:docMkLst>
        <pc:docMk/>
      </pc:docMkLst>
      <pc:sldChg chg="modTransition">
        <pc:chgData name="Magnus Lau Ovesen" userId="418c1f3d-3806-4e0c-b4a3-27babb601aa5" providerId="ADAL" clId="{B2478266-A00C-426C-895A-CA5BB70D660D}" dt="2026-10-19T11:01:09.926" v="114"/>
        <pc:sldMkLst>
          <pc:docMk/>
          <pc:sldMk cId="1053331291" sldId="256"/>
        </pc:sldMkLst>
      </pc:sldChg>
      <pc:sldChg chg="modTransition">
        <pc:chgData name="Magnus Lau Ovesen" userId="418c1f3d-3806-4e0c-b4a3-27babb601aa5" providerId="ADAL" clId="{B2478266-A00C-426C-895A-CA5BB70D660D}" dt="2026-10-19T11:01:09.926" v="114"/>
        <pc:sldMkLst>
          <pc:docMk/>
          <pc:sldMk cId="158279150" sldId="257"/>
        </pc:sldMkLst>
      </pc:sldChg>
      <pc:sldChg chg="modTransition">
        <pc:chgData name="Magnus Lau Ovesen" userId="418c1f3d-3806-4e0c-b4a3-27babb601aa5" providerId="ADAL" clId="{B2478266-A00C-426C-895A-CA5BB70D660D}" dt="2026-10-19T11:01:09.926" v="114"/>
        <pc:sldMkLst>
          <pc:docMk/>
          <pc:sldMk cId="1660313769" sldId="258"/>
        </pc:sldMkLst>
      </pc:sldChg>
      <pc:sldChg chg="modSp mod modTransition">
        <pc:chgData name="Magnus Lau Ovesen" userId="418c1f3d-3806-4e0c-b4a3-27babb601aa5" providerId="ADAL" clId="{B2478266-A00C-426C-895A-CA5BB70D660D}" dt="2026-10-19T11:01:09.926" v="114"/>
        <pc:sldMkLst>
          <pc:docMk/>
          <pc:sldMk cId="798124679" sldId="259"/>
        </pc:sldMkLst>
        <pc:spChg chg="mod">
          <ac:chgData name="Magnus Lau Ovesen" userId="418c1f3d-3806-4e0c-b4a3-27babb601aa5" providerId="ADAL" clId="{B2478266-A00C-426C-895A-CA5BB70D660D}" dt="2026-10-19T10:49:41.961" v="38" actId="20577"/>
          <ac:spMkLst>
            <pc:docMk/>
            <pc:sldMk cId="798124679" sldId="259"/>
            <ac:spMk id="6" creationId="{FD761156-8751-44A9-87C1-36884508015F}"/>
          </ac:spMkLst>
        </pc:spChg>
      </pc:sldChg>
      <pc:sldChg chg="modTransition">
        <pc:chgData name="Magnus Lau Ovesen" userId="418c1f3d-3806-4e0c-b4a3-27babb601aa5" providerId="ADAL" clId="{B2478266-A00C-426C-895A-CA5BB70D660D}" dt="2026-10-19T11:01:09.926" v="114"/>
        <pc:sldMkLst>
          <pc:docMk/>
          <pc:sldMk cId="676449482" sldId="260"/>
        </pc:sldMkLst>
      </pc:sldChg>
      <pc:sldChg chg="modTransition">
        <pc:chgData name="Magnus Lau Ovesen" userId="418c1f3d-3806-4e0c-b4a3-27babb601aa5" providerId="ADAL" clId="{B2478266-A00C-426C-895A-CA5BB70D660D}" dt="2026-10-19T11:01:09.926" v="114"/>
        <pc:sldMkLst>
          <pc:docMk/>
          <pc:sldMk cId="202443799" sldId="261"/>
        </pc:sldMkLst>
      </pc:sldChg>
      <pc:sldChg chg="modTransition">
        <pc:chgData name="Magnus Lau Ovesen" userId="418c1f3d-3806-4e0c-b4a3-27babb601aa5" providerId="ADAL" clId="{B2478266-A00C-426C-895A-CA5BB70D660D}" dt="2026-10-19T11:01:09.926" v="114"/>
        <pc:sldMkLst>
          <pc:docMk/>
          <pc:sldMk cId="965207355" sldId="262"/>
        </pc:sldMkLst>
      </pc:sldChg>
      <pc:sldChg chg="modTransition">
        <pc:chgData name="Magnus Lau Ovesen" userId="418c1f3d-3806-4e0c-b4a3-27babb601aa5" providerId="ADAL" clId="{B2478266-A00C-426C-895A-CA5BB70D660D}" dt="2026-10-19T11:01:09.926" v="114"/>
        <pc:sldMkLst>
          <pc:docMk/>
          <pc:sldMk cId="155732857" sldId="263"/>
        </pc:sldMkLst>
      </pc:sldChg>
      <pc:sldChg chg="modSp mod modTransition modShow">
        <pc:chgData name="Magnus Lau Ovesen" userId="418c1f3d-3806-4e0c-b4a3-27babb601aa5" providerId="ADAL" clId="{B2478266-A00C-426C-895A-CA5BB70D660D}" dt="2026-10-19T11:01:09.926" v="114"/>
        <pc:sldMkLst>
          <pc:docMk/>
          <pc:sldMk cId="1226529267" sldId="264"/>
        </pc:sldMkLst>
        <pc:graphicFrameChg chg="modGraphic">
          <ac:chgData name="Magnus Lau Ovesen" userId="418c1f3d-3806-4e0c-b4a3-27babb601aa5" providerId="ADAL" clId="{B2478266-A00C-426C-895A-CA5BB70D660D}" dt="2026-10-19T10:59:29.859" v="111" actId="20577"/>
          <ac:graphicFrameMkLst>
            <pc:docMk/>
            <pc:sldMk cId="1226529267" sldId="264"/>
            <ac:graphicFrameMk id="5" creationId="{DA56400F-38A6-463E-9940-B68360828DA8}"/>
          </ac:graphicFrameMkLst>
        </pc:graphicFrameChg>
      </pc:sldChg>
      <pc:sldChg chg="modTransition">
        <pc:chgData name="Magnus Lau Ovesen" userId="418c1f3d-3806-4e0c-b4a3-27babb601aa5" providerId="ADAL" clId="{B2478266-A00C-426C-895A-CA5BB70D660D}" dt="2026-10-19T11:01:09.926" v="114"/>
        <pc:sldMkLst>
          <pc:docMk/>
          <pc:sldMk cId="480699065" sldId="265"/>
        </pc:sldMkLst>
      </pc:sldChg>
      <pc:sldMasterChg chg="modTransition modSldLayout">
        <pc:chgData name="Magnus Lau Ovesen" userId="418c1f3d-3806-4e0c-b4a3-27babb601aa5" providerId="ADAL" clId="{B2478266-A00C-426C-895A-CA5BB70D660D}" dt="2026-10-19T11:01:09.926" v="114"/>
        <pc:sldMasterMkLst>
          <pc:docMk/>
          <pc:sldMasterMk cId="0" sldId="2147483648"/>
        </pc:sldMasterMkLst>
        <pc:sldLayoutChg chg="modTransition">
          <pc:chgData name="Magnus Lau Ovesen" userId="418c1f3d-3806-4e0c-b4a3-27babb601aa5" providerId="ADAL" clId="{B2478266-A00C-426C-895A-CA5BB70D660D}" dt="2026-10-19T11:01:09.926" v="114"/>
          <pc:sldLayoutMkLst>
            <pc:docMk/>
            <pc:sldMasterMk cId="0" sldId="2147483648"/>
            <pc:sldLayoutMk cId="0" sldId="2147483649"/>
          </pc:sldLayoutMkLst>
        </pc:sldLayoutChg>
        <pc:sldLayoutChg chg="modTransition">
          <pc:chgData name="Magnus Lau Ovesen" userId="418c1f3d-3806-4e0c-b4a3-27babb601aa5" providerId="ADAL" clId="{B2478266-A00C-426C-895A-CA5BB70D660D}" dt="2026-10-19T11:01:09.926" v="114"/>
          <pc:sldLayoutMkLst>
            <pc:docMk/>
            <pc:sldMasterMk cId="0" sldId="2147483648"/>
            <pc:sldLayoutMk cId="0" sldId="2147483650"/>
          </pc:sldLayoutMkLst>
        </pc:sldLayoutChg>
        <pc:sldLayoutChg chg="modTransition">
          <pc:chgData name="Magnus Lau Ovesen" userId="418c1f3d-3806-4e0c-b4a3-27babb601aa5" providerId="ADAL" clId="{B2478266-A00C-426C-895A-CA5BB70D660D}" dt="2026-10-19T11:01:09.926" v="114"/>
          <pc:sldLayoutMkLst>
            <pc:docMk/>
            <pc:sldMasterMk cId="0" sldId="2147483648"/>
            <pc:sldLayoutMk cId="0" sldId="2147483651"/>
          </pc:sldLayoutMkLst>
        </pc:sldLayoutChg>
        <pc:sldLayoutChg chg="modTransition">
          <pc:chgData name="Magnus Lau Ovesen" userId="418c1f3d-3806-4e0c-b4a3-27babb601aa5" providerId="ADAL" clId="{B2478266-A00C-426C-895A-CA5BB70D660D}" dt="2026-10-19T11:01:09.926" v="114"/>
          <pc:sldLayoutMkLst>
            <pc:docMk/>
            <pc:sldMasterMk cId="0" sldId="2147483648"/>
            <pc:sldLayoutMk cId="0" sldId="2147483652"/>
          </pc:sldLayoutMkLst>
        </pc:sldLayoutChg>
        <pc:sldLayoutChg chg="modTransition">
          <pc:chgData name="Magnus Lau Ovesen" userId="418c1f3d-3806-4e0c-b4a3-27babb601aa5" providerId="ADAL" clId="{B2478266-A00C-426C-895A-CA5BB70D660D}" dt="2026-10-19T11:01:09.926" v="114"/>
          <pc:sldLayoutMkLst>
            <pc:docMk/>
            <pc:sldMasterMk cId="0" sldId="2147483648"/>
            <pc:sldLayoutMk cId="0" sldId="2147483653"/>
          </pc:sldLayoutMkLst>
        </pc:sldLayoutChg>
        <pc:sldLayoutChg chg="modTransition">
          <pc:chgData name="Magnus Lau Ovesen" userId="418c1f3d-3806-4e0c-b4a3-27babb601aa5" providerId="ADAL" clId="{B2478266-A00C-426C-895A-CA5BB70D660D}" dt="2026-10-19T11:01:09.926" v="114"/>
          <pc:sldLayoutMkLst>
            <pc:docMk/>
            <pc:sldMasterMk cId="0" sldId="2147483648"/>
            <pc:sldLayoutMk cId="0" sldId="2147483654"/>
          </pc:sldLayoutMkLst>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a-DK"/>
  <c:roundedCorners val="1"/>
  <c:style val="2"/>
  <c:chart>
    <c:autoTitleDeleted val="1"/>
    <c:plotArea>
      <c:layout/>
      <c:barChart>
        <c:barDir val="bar"/>
        <c:grouping val="clustered"/>
        <c:varyColors val="0"/>
        <c:ser>
          <c:idx val="0"/>
          <c:order val="0"/>
          <c:tx>
            <c:v>Contribution to model score</c:v>
          </c:tx>
          <c:spPr>
            <a:solidFill>
              <a:srgbClr val="3B5DAE"/>
            </a:solidFill>
          </c:spPr>
          <c:invertIfNegative val="0"/>
          <c:dLbls>
            <c:numFmt formatCode="0.0" sourceLinked="0"/>
            <c:spPr>
              <a:noFill/>
              <a:ln>
                <a:noFill/>
              </a:ln>
              <a:effectLst/>
            </c:spPr>
            <c:txPr>
              <a:bodyPr anchorCtr="1"/>
              <a:lstStyle/>
              <a:p>
                <a:pPr>
                  <a:defRPr sz="1575">
                    <a:latin typeface="Nimbus Sans"/>
                    <a:ea typeface="Nimbus Sans"/>
                    <a:cs typeface="Nimbus Sans"/>
                  </a:defRPr>
                </a:pPr>
                <a:endParaRPr lang="da-DK"/>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General health</c:v>
                </c:pt>
                <c:pt idx="1">
                  <c:v>Body mass index</c:v>
                </c:pt>
                <c:pt idx="2">
                  <c:v>High blood pressure</c:v>
                </c:pt>
              </c:strCache>
            </c:strRef>
          </c:cat>
          <c:val>
            <c:numRef>
              <c:f>'Chart Data'!$B$2:$B$4</c:f>
              <c:numCache>
                <c:formatCode>General</c:formatCode>
                <c:ptCount val="3"/>
                <c:pt idx="0">
                  <c:v>12.8003</c:v>
                </c:pt>
                <c:pt idx="1">
                  <c:v>9.9715000000000007</c:v>
                </c:pt>
                <c:pt idx="2">
                  <c:v>5.8207000000000004</c:v>
                </c:pt>
              </c:numCache>
            </c:numRef>
          </c:val>
          <c:extLst>
            <c:ext xmlns:c16="http://schemas.microsoft.com/office/drawing/2014/chart" uri="{C3380CC4-5D6E-409C-BE32-E72D297353CC}">
              <c16:uniqueId val="{00000000-A5EB-4826-ADDE-9A62040DFE2A}"/>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sz="1650">
                <a:solidFill>
                  <a:srgbClr val="666666"/>
                </a:solidFill>
                <a:latin typeface="Nimbus Sans"/>
                <a:ea typeface="Nimbus Sans"/>
                <a:cs typeface="Nimbus Sans"/>
              </a:defRPr>
            </a:pPr>
            <a:endParaRPr lang="da-DK"/>
          </a:p>
        </c:txPr>
        <c:crossAx val="48672768"/>
        <c:crosses val="autoZero"/>
        <c:auto val="1"/>
        <c:lblAlgn val="ctr"/>
        <c:lblOffset val="100"/>
        <c:noMultiLvlLbl val="1"/>
      </c:catAx>
      <c:valAx>
        <c:axId val="48672768"/>
        <c:scaling>
          <c:orientation val="minMax"/>
          <c:max val="16"/>
          <c:min val="0"/>
        </c:scaling>
        <c:delete val="0"/>
        <c:axPos val="b"/>
        <c:majorGridlines>
          <c:spPr>
            <a:ln w="9525">
              <a:solidFill>
                <a:srgbClr val="D5DEEF"/>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imbus Sans"/>
                <a:ea typeface="Nimbus Sans"/>
                <a:cs typeface="Nimbus Sans"/>
              </a:defRPr>
            </a:pPr>
            <a:endParaRPr lang="da-DK"/>
          </a:p>
        </c:txPr>
        <c:crossAx val="48650112"/>
        <c:crosses val="autoZero"/>
        <c:crossBetween val="between"/>
      </c:valAx>
      <c:spPr>
        <a:solidFill>
          <a:srgbClr val="FFFFFF"/>
        </a:solidFill>
      </c:spPr>
    </c:plotArea>
    <c:plotVisOnly val="1"/>
    <c:dispBlanksAs val="zero"/>
    <c:showDLblsOverMax val="1"/>
  </c:chart>
  <c:spPr>
    <a:solidFill>
      <a:srgbClr val="FFFFFF"/>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a-DK"/>
              <a:t>L</a:t>
            </a:r>
          </a:p>
          <a:p>
            <a:endParaRPr lang="da-DK"/>
          </a:p>
          <a:p>
            <a:r>
              <a:t>TID: 30 </a:t>
            </a:r>
            <a:r>
              <a:rPr err="1"/>
              <a:t>sekunder</a:t>
            </a:r>
            <a:r>
              <a:t>.</a:t>
            </a:r>
          </a:p>
          <a:p>
            <a:endParaRPr/>
          </a:p>
          <a:p>
            <a:r>
              <a:t>8 slides på10minutter. Tal </a:t>
            </a:r>
            <a:r>
              <a:rPr err="1"/>
              <a:t>empatisk</a:t>
            </a:r>
            <a:r>
              <a:t> </a:t>
            </a:r>
            <a:r>
              <a:rPr err="1"/>
              <a:t>og</a:t>
            </a:r>
            <a:r>
              <a:t> </a:t>
            </a:r>
            <a:r>
              <a:rPr err="1"/>
              <a:t>forklar</a:t>
            </a:r>
            <a:r>
              <a:t> </a:t>
            </a:r>
            <a:r>
              <a:rPr err="1"/>
              <a:t>få</a:t>
            </a:r>
            <a:r>
              <a:t> ting ad </a:t>
            </a:r>
            <a:r>
              <a:rPr err="1"/>
              <a:t>gangen</a:t>
            </a:r>
            <a:r>
              <a:t>. Casen er </a:t>
            </a:r>
            <a:r>
              <a:rPr err="1"/>
              <a:t>en</a:t>
            </a:r>
            <a:r>
              <a:t> </a:t>
            </a:r>
            <a:r>
              <a:rPr err="1"/>
              <a:t>anonymiseret</a:t>
            </a:r>
            <a:r>
              <a:t> survey-person, </a:t>
            </a:r>
            <a:r>
              <a:rPr err="1"/>
              <a:t>ikke</a:t>
            </a:r>
            <a:r>
              <a:t> </a:t>
            </a:r>
            <a:r>
              <a:rPr err="1"/>
              <a:t>en</a:t>
            </a:r>
            <a:r>
              <a:t> </a:t>
            </a:r>
            <a:r>
              <a:rPr err="1"/>
              <a:t>diagnosticeret</a:t>
            </a:r>
            <a:r>
              <a:t> </a:t>
            </a:r>
            <a:r>
              <a:rPr err="1"/>
              <a:t>tilstedeværende</a:t>
            </a:r>
            <a:r>
              <a:t> patient. </a:t>
            </a:r>
            <a:r>
              <a:rPr err="1"/>
              <a:t>Indled</a:t>
            </a:r>
            <a:r>
              <a:t> med at </a:t>
            </a:r>
            <a:r>
              <a:rPr err="1"/>
              <a:t>datasættet</a:t>
            </a:r>
            <a:r>
              <a:t> </a:t>
            </a:r>
            <a:r>
              <a:rPr err="1"/>
              <a:t>allerede</a:t>
            </a:r>
            <a:r>
              <a:t> </a:t>
            </a:r>
            <a:r>
              <a:rPr err="1"/>
              <a:t>angiver</a:t>
            </a:r>
            <a:r>
              <a:t> </a:t>
            </a:r>
            <a:r>
              <a:rPr err="1"/>
              <a:t>prædiabetes</a:t>
            </a:r>
            <a:r>
              <a:t> ELLER diabetes. </a:t>
            </a:r>
            <a:r>
              <a:rPr err="1"/>
              <a:t>Modellen</a:t>
            </a:r>
            <a:r>
              <a:t> </a:t>
            </a:r>
            <a:r>
              <a:rPr err="1"/>
              <a:t>skelner</a:t>
            </a:r>
            <a:r>
              <a:t> </a:t>
            </a:r>
            <a:r>
              <a:rPr err="1"/>
              <a:t>ikke</a:t>
            </a:r>
            <a:r>
              <a:t> </a:t>
            </a:r>
            <a:r>
              <a:rPr err="1"/>
              <a:t>mellem</a:t>
            </a:r>
            <a:r>
              <a:t> de to.</a:t>
            </a:r>
          </a:p>
          <a:p>
            <a:endParaRPr/>
          </a:p>
          <a:p>
            <a:r>
              <a:t>Source: </a:t>
            </a:r>
            <a:r>
              <a:rPr err="1"/>
              <a:t>neural_network.ipynb</a:t>
            </a:r>
            <a:r>
              <a:t>, uploaded 19 Oct 2026. Saved outputs, not a new model run.</a:t>
            </a:r>
          </a:p>
          <a:p>
            <a:r>
              <a:t>Source: </a:t>
            </a:r>
            <a:r>
              <a:rPr err="1"/>
              <a:t>decision_tree.ipynb</a:t>
            </a:r>
            <a:r>
              <a:t>, uploaded 19 Oct 2026. Saved outputs, not a new model run.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a-DK"/>
              <a:t>L</a:t>
            </a:r>
          </a:p>
          <a:p>
            <a:endParaRPr lang="da-DK"/>
          </a:p>
          <a:p>
            <a:r>
              <a:t>TID: 90 </a:t>
            </a:r>
            <a:r>
              <a:rPr err="1"/>
              <a:t>sekunder</a:t>
            </a:r>
            <a:r>
              <a:t>.</a:t>
            </a:r>
          </a:p>
          <a:p>
            <a:endParaRPr/>
          </a:p>
          <a:p>
            <a:r>
              <a:rPr err="1"/>
              <a:t>Bekræft</a:t>
            </a:r>
            <a:r>
              <a:t> </a:t>
            </a:r>
            <a:r>
              <a:rPr err="1"/>
              <a:t>oplysninger</a:t>
            </a:r>
            <a:r>
              <a:t> </a:t>
            </a:r>
            <a:r>
              <a:rPr err="1"/>
              <a:t>før</a:t>
            </a:r>
            <a:r>
              <a:t> </a:t>
            </a:r>
            <a:r>
              <a:rPr err="1"/>
              <a:t>fortolkning</a:t>
            </a:r>
            <a:r>
              <a:t>. Den </a:t>
            </a:r>
            <a:r>
              <a:rPr err="1"/>
              <a:t>registrerede</a:t>
            </a:r>
            <a:r>
              <a:t> person: kvinde65–69, BMI53, </a:t>
            </a:r>
            <a:r>
              <a:rPr err="1"/>
              <a:t>højt</a:t>
            </a:r>
            <a:r>
              <a:t> </a:t>
            </a:r>
            <a:r>
              <a:rPr err="1"/>
              <a:t>blodtryk</a:t>
            </a:r>
            <a:r>
              <a:t> </a:t>
            </a:r>
            <a:r>
              <a:rPr err="1"/>
              <a:t>og</a:t>
            </a:r>
            <a:r>
              <a:t> </a:t>
            </a:r>
            <a:r>
              <a:rPr err="1"/>
              <a:t>kolesterol</a:t>
            </a:r>
            <a:r>
              <a:t>, </a:t>
            </a:r>
            <a:r>
              <a:rPr err="1"/>
              <a:t>helbredfair</a:t>
            </a:r>
            <a:r>
              <a:t>, </a:t>
            </a:r>
            <a:r>
              <a:rPr err="1"/>
              <a:t>gangbesvær</a:t>
            </a:r>
            <a:r>
              <a:t>, </a:t>
            </a:r>
            <a:r>
              <a:rPr err="1"/>
              <a:t>har</a:t>
            </a:r>
            <a:r>
              <a:t> </a:t>
            </a:r>
            <a:r>
              <a:rPr err="1"/>
              <a:t>afstået</a:t>
            </a:r>
            <a:r>
              <a:t> </a:t>
            </a:r>
            <a:r>
              <a:rPr err="1"/>
              <a:t>lægehjælp</a:t>
            </a:r>
            <a:r>
              <a:t> </a:t>
            </a:r>
            <a:r>
              <a:rPr err="1"/>
              <a:t>pga</a:t>
            </a:r>
            <a:r>
              <a:t> </a:t>
            </a:r>
            <a:r>
              <a:rPr err="1"/>
              <a:t>økonomi</a:t>
            </a:r>
            <a:r>
              <a:t>. Inviter </a:t>
            </a:r>
            <a:r>
              <a:rPr err="1"/>
              <a:t>til</a:t>
            </a:r>
            <a:r>
              <a:t> </a:t>
            </a:r>
            <a:r>
              <a:rPr err="1"/>
              <a:t>korrektion</a:t>
            </a:r>
            <a:r>
              <a:t> </a:t>
            </a:r>
            <a:r>
              <a:rPr err="1"/>
              <a:t>uden</a:t>
            </a:r>
            <a:r>
              <a:t> </a:t>
            </a:r>
            <a:r>
              <a:rPr err="1"/>
              <a:t>skyld</a:t>
            </a:r>
            <a:r>
              <a:t>. </a:t>
            </a:r>
            <a:r>
              <a:rPr err="1"/>
              <a:t>Forklar</a:t>
            </a:r>
            <a:r>
              <a:t> at data </a:t>
            </a:r>
            <a:r>
              <a:rPr err="1"/>
              <a:t>ikke</a:t>
            </a:r>
            <a:r>
              <a:t> </a:t>
            </a:r>
            <a:r>
              <a:rPr err="1"/>
              <a:t>fortæller</a:t>
            </a:r>
            <a:r>
              <a:t> hele </a:t>
            </a:r>
            <a:r>
              <a:rPr err="1"/>
              <a:t>personens</a:t>
            </a:r>
            <a:r>
              <a:t> </a:t>
            </a:r>
            <a:r>
              <a:rPr err="1"/>
              <a:t>hverdag</a:t>
            </a:r>
            <a:r>
              <a:t>. Variable definitions: https://www.cdc.gov/brfss/annual_data/2015/pdf/codebook15_llcp.pdf ; https://archive.ics.uci.edu/dataset/891/cdc+diabetes+health+indicators</a:t>
            </a:r>
          </a:p>
          <a:p>
            <a:endParaRPr/>
          </a:p>
          <a:p>
            <a:r>
              <a:t>Source: </a:t>
            </a:r>
            <a:r>
              <a:rPr err="1"/>
              <a:t>neural_network.ipynb</a:t>
            </a:r>
            <a:r>
              <a:t>, uploaded 19 Oct 2026. Saved outputs, not a new model run.</a:t>
            </a:r>
          </a:p>
          <a:p>
            <a:r>
              <a:t>Source: </a:t>
            </a:r>
            <a:r>
              <a:rPr err="1"/>
              <a:t>decision_tree.ipynb</a:t>
            </a:r>
            <a:r>
              <a:t>, uploaded 19 Oct 2026. Saved outputs, not a new model run.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a-DK"/>
              <a:t>V</a:t>
            </a:r>
          </a:p>
          <a:p>
            <a:endParaRPr lang="da-DK"/>
          </a:p>
          <a:p>
            <a:r>
              <a:t>TID: 75 </a:t>
            </a:r>
            <a:r>
              <a:rPr err="1"/>
              <a:t>sekunder</a:t>
            </a:r>
            <a:r>
              <a:t>.</a:t>
            </a:r>
          </a:p>
          <a:p>
            <a:endParaRPr/>
          </a:p>
          <a:p>
            <a:r>
              <a:t>Sig: </a:t>
            </a:r>
            <a:r>
              <a:rPr err="1"/>
              <a:t>værktøjet</a:t>
            </a:r>
            <a:r>
              <a:t> </a:t>
            </a:r>
            <a:r>
              <a:rPr err="1"/>
              <a:t>sammenligner</a:t>
            </a:r>
            <a:r>
              <a:t> </a:t>
            </a:r>
            <a:r>
              <a:rPr err="1"/>
              <a:t>oplysninger</a:t>
            </a:r>
            <a:r>
              <a:t> med </a:t>
            </a:r>
            <a:r>
              <a:rPr err="1"/>
              <a:t>mønstre</a:t>
            </a:r>
            <a:r>
              <a:t> </a:t>
            </a:r>
            <a:r>
              <a:rPr err="1"/>
              <a:t>i</a:t>
            </a:r>
            <a:r>
              <a:t> </a:t>
            </a:r>
            <a:r>
              <a:rPr err="1"/>
              <a:t>en</a:t>
            </a:r>
            <a:r>
              <a:t> </a:t>
            </a:r>
            <a:r>
              <a:rPr err="1"/>
              <a:t>tidligere</a:t>
            </a:r>
            <a:r>
              <a:t> </a:t>
            </a:r>
            <a:r>
              <a:rPr err="1"/>
              <a:t>undersøgelse</a:t>
            </a:r>
            <a:r>
              <a:t>. Det </a:t>
            </a:r>
            <a:r>
              <a:rPr err="1"/>
              <a:t>kan</a:t>
            </a:r>
            <a:r>
              <a:t> </a:t>
            </a:r>
            <a:r>
              <a:rPr err="1"/>
              <a:t>tage</a:t>
            </a:r>
            <a:r>
              <a:t> </a:t>
            </a:r>
            <a:r>
              <a:rPr err="1"/>
              <a:t>fejl</a:t>
            </a:r>
            <a:r>
              <a:t>. Det </a:t>
            </a:r>
            <a:r>
              <a:rPr err="1"/>
              <a:t>kan</a:t>
            </a:r>
            <a:r>
              <a:t> </a:t>
            </a:r>
            <a:r>
              <a:rPr err="1"/>
              <a:t>ikke</a:t>
            </a:r>
            <a:r>
              <a:t> vise </a:t>
            </a:r>
            <a:r>
              <a:rPr err="1"/>
              <a:t>fremtidig</a:t>
            </a:r>
            <a:r>
              <a:t> </a:t>
            </a:r>
            <a:r>
              <a:rPr err="1"/>
              <a:t>sygdom</a:t>
            </a:r>
            <a:r>
              <a:t> med88.5procents </a:t>
            </a:r>
            <a:r>
              <a:rPr err="1"/>
              <a:t>sandsynlighed</a:t>
            </a:r>
            <a:r>
              <a:t>. </a:t>
            </a:r>
            <a:r>
              <a:rPr err="1"/>
              <a:t>Diagnostik</a:t>
            </a:r>
            <a:r>
              <a:t> </a:t>
            </a:r>
            <a:r>
              <a:rPr err="1"/>
              <a:t>sker</a:t>
            </a:r>
            <a:r>
              <a:t> med </a:t>
            </a:r>
            <a:r>
              <a:rPr err="1"/>
              <a:t>sundhedsfaglig</a:t>
            </a:r>
            <a:r>
              <a:t> </a:t>
            </a:r>
            <a:r>
              <a:rPr err="1"/>
              <a:t>vurdering</a:t>
            </a:r>
            <a:r>
              <a:t> </a:t>
            </a:r>
            <a:r>
              <a:rPr err="1"/>
              <a:t>og</a:t>
            </a:r>
            <a:r>
              <a:t> </a:t>
            </a:r>
            <a:r>
              <a:rPr err="1"/>
              <a:t>relevante</a:t>
            </a:r>
            <a:r>
              <a:t> </a:t>
            </a:r>
            <a:r>
              <a:rPr err="1"/>
              <a:t>blodprøver</a:t>
            </a:r>
            <a:r>
              <a:t>. General clinical guidance: https://www.niddk.nih.gov/health-information/diabetes/overview/preventing-type-2-diabetes ; https://www.niddk.nih.gov/health-information/diabetes/overview/tests-diagnosis . Accessed 19 Oct 2026. These recommendations do not come from LIME or SHAP.</a:t>
            </a:r>
          </a:p>
          <a:p>
            <a:endParaRPr/>
          </a:p>
          <a:p>
            <a:r>
              <a:t>Source: </a:t>
            </a:r>
            <a:r>
              <a:rPr err="1"/>
              <a:t>neural_network.ipynb</a:t>
            </a:r>
            <a:r>
              <a:t>, uploaded 19 Oct 2026. Saved outputs, not a new model run.</a:t>
            </a:r>
          </a:p>
          <a:p>
            <a:r>
              <a:t>Source: </a:t>
            </a:r>
            <a:r>
              <a:rPr err="1"/>
              <a:t>decision_tree.ipynb</a:t>
            </a:r>
            <a:r>
              <a:t>, uploaded 19 Oct 2026. Saved outputs, not a new model run.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a-DK"/>
              <a:t>R</a:t>
            </a:r>
          </a:p>
          <a:p>
            <a:endParaRPr lang="da-DK"/>
          </a:p>
          <a:p>
            <a:r>
              <a:t>TID: 90 </a:t>
            </a:r>
            <a:r>
              <a:rPr err="1"/>
              <a:t>sekunder</a:t>
            </a:r>
            <a:r>
              <a:t>.</a:t>
            </a:r>
          </a:p>
          <a:p>
            <a:endParaRPr/>
          </a:p>
          <a:p>
            <a:r>
              <a:rPr err="1"/>
              <a:t>Forenklet</a:t>
            </a:r>
            <a:r>
              <a:t> </a:t>
            </a:r>
            <a:r>
              <a:rPr err="1"/>
              <a:t>redigerbar</a:t>
            </a:r>
            <a:r>
              <a:t> </a:t>
            </a:r>
            <a:r>
              <a:rPr err="1"/>
              <a:t>grafik</a:t>
            </a:r>
            <a:r>
              <a:t> </a:t>
            </a:r>
            <a:r>
              <a:rPr err="1"/>
              <a:t>ud</a:t>
            </a:r>
            <a:r>
              <a:t> </a:t>
            </a:r>
            <a:r>
              <a:rPr err="1"/>
              <a:t>fra</a:t>
            </a:r>
            <a:r>
              <a:t> NN-celle18, </a:t>
            </a:r>
            <a:r>
              <a:rPr err="1"/>
              <a:t>ikke</a:t>
            </a:r>
            <a:r>
              <a:t> </a:t>
            </a:r>
            <a:r>
              <a:rPr err="1"/>
              <a:t>nyt</a:t>
            </a:r>
            <a:r>
              <a:t> </a:t>
            </a:r>
            <a:r>
              <a:rPr err="1"/>
              <a:t>modelresultat</a:t>
            </a:r>
            <a:r>
              <a:t>. Tre </a:t>
            </a:r>
            <a:r>
              <a:rPr err="1"/>
              <a:t>største</a:t>
            </a:r>
            <a:r>
              <a:t> positive </a:t>
            </a:r>
            <a:r>
              <a:rPr err="1"/>
              <a:t>bidrag</a:t>
            </a:r>
            <a:r>
              <a:t>: </a:t>
            </a:r>
            <a:r>
              <a:rPr err="1"/>
              <a:t>GenHlth</a:t>
            </a:r>
            <a:r>
              <a:t> .128003 BMI .099715 </a:t>
            </a:r>
            <a:r>
              <a:rPr err="1"/>
              <a:t>HighBP</a:t>
            </a:r>
            <a:r>
              <a:t> .058207. Ganges med100 giver12.8,10.0,5.8 points </a:t>
            </a:r>
            <a:r>
              <a:rPr err="1"/>
              <a:t>på</a:t>
            </a:r>
            <a:r>
              <a:t> </a:t>
            </a:r>
            <a:r>
              <a:rPr err="1"/>
              <a:t>modelscore</a:t>
            </a:r>
            <a:r>
              <a:t>. Vis </a:t>
            </a:r>
            <a:r>
              <a:rPr err="1"/>
              <a:t>ikke</a:t>
            </a:r>
            <a:r>
              <a:t> </a:t>
            </a:r>
            <a:r>
              <a:rPr err="1"/>
              <a:t>som</a:t>
            </a:r>
            <a:r>
              <a:t> </a:t>
            </a:r>
            <a:r>
              <a:rPr err="1"/>
              <a:t>risikoreduktion</a:t>
            </a:r>
            <a:r>
              <a:t>. Andre </a:t>
            </a:r>
            <a:r>
              <a:rPr err="1"/>
              <a:t>bidrag</a:t>
            </a:r>
            <a:r>
              <a:t> </a:t>
            </a:r>
            <a:r>
              <a:rPr err="1"/>
              <a:t>udelades</a:t>
            </a:r>
            <a:r>
              <a:t> her </a:t>
            </a:r>
            <a:r>
              <a:rPr err="1"/>
              <a:t>og</a:t>
            </a:r>
            <a:r>
              <a:t> er </a:t>
            </a:r>
            <a:r>
              <a:rPr err="1"/>
              <a:t>i</a:t>
            </a:r>
            <a:r>
              <a:t> original-</a:t>
            </a:r>
            <a:r>
              <a:rPr err="1"/>
              <a:t>figuren</a:t>
            </a:r>
            <a:r>
              <a:t> </a:t>
            </a:r>
            <a:r>
              <a:rPr err="1"/>
              <a:t>i</a:t>
            </a:r>
            <a:r>
              <a:t> backup. Forklar </a:t>
            </a:r>
            <a:r>
              <a:rPr err="1"/>
              <a:t>søjler</a:t>
            </a:r>
            <a:r>
              <a:t> </a:t>
            </a:r>
            <a:r>
              <a:rPr err="1"/>
              <a:t>kvalitativt</a:t>
            </a:r>
            <a:r>
              <a:t>: </a:t>
            </a:r>
            <a:r>
              <a:rPr err="1"/>
              <a:t>længere</a:t>
            </a:r>
            <a:r>
              <a:t> </a:t>
            </a:r>
            <a:r>
              <a:rPr err="1"/>
              <a:t>betyder</a:t>
            </a:r>
            <a:r>
              <a:t> </a:t>
            </a:r>
            <a:r>
              <a:rPr err="1"/>
              <a:t>større</a:t>
            </a:r>
            <a:r>
              <a:t> </a:t>
            </a:r>
            <a:r>
              <a:rPr err="1"/>
              <a:t>bidrag</a:t>
            </a:r>
            <a:r>
              <a:t> </a:t>
            </a:r>
            <a:r>
              <a:rPr err="1"/>
              <a:t>til</a:t>
            </a:r>
            <a:r>
              <a:t> </a:t>
            </a:r>
            <a:r>
              <a:rPr err="1"/>
              <a:t>værktøjets</a:t>
            </a:r>
            <a:r>
              <a:t> score. </a:t>
            </a:r>
            <a:r>
              <a:rPr err="1"/>
              <a:t>Patientvenlige</a:t>
            </a:r>
            <a:r>
              <a:t> labels </a:t>
            </a:r>
            <a:r>
              <a:rPr err="1"/>
              <a:t>erstatter</a:t>
            </a:r>
            <a:r>
              <a:t> </a:t>
            </a:r>
            <a:r>
              <a:rPr err="1"/>
              <a:t>featurekoder</a:t>
            </a:r>
            <a:r>
              <a:t>.</a:t>
            </a:r>
          </a:p>
          <a:p>
            <a:endParaRPr/>
          </a:p>
          <a:p>
            <a:r>
              <a:t>Source: </a:t>
            </a:r>
            <a:r>
              <a:rPr err="1"/>
              <a:t>neural_network.ipynb</a:t>
            </a:r>
            <a:r>
              <a:t>, uploaded 19 Oct 2026. Saved outputs, not a new model run.</a:t>
            </a:r>
          </a:p>
          <a:p>
            <a:r>
              <a:t>Source: </a:t>
            </a:r>
            <a:r>
              <a:rPr err="1"/>
              <a:t>decision_tree.ipynb</a:t>
            </a:r>
            <a:r>
              <a:t>, uploaded 19 Oct 2026. Saved outputs, not a new model run.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TID: 90 sekunder.</a:t>
            </a:r>
          </a:p>
          <a:p>
            <a:endParaRPr/>
          </a:p>
          <a:p>
            <a:r>
              <a:t>Begge klassificerer57608 positivt. Brug ikke procentikon eller diagnosestempel. Den sande label1 er allerede registreret i datasættet. LIME/SHAP forklarer modellerne og kan ikke give ny diagnose. At to modeller er enige er ikke to uafhængige kliniske tests: de er trænet på samme data.</a:t>
            </a:r>
          </a:p>
          <a:p>
            <a:endParaRPr/>
          </a:p>
          <a:p>
            <a:r>
              <a:t>Source: neural_network.ipynb, uploaded 19 Oct 2026. Saved outputs, not a new model run.</a:t>
            </a:r>
          </a:p>
          <a:p>
            <a:r>
              <a:t>Source: decision_tree.ipynb, uploaded 19 Oct 2026. Saved outputs, not a new model run.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a-DK"/>
              <a:t>M</a:t>
            </a:r>
          </a:p>
          <a:p>
            <a:endParaRPr lang="da-DK"/>
          </a:p>
          <a:p>
            <a:r>
              <a:t>TID: 90 </a:t>
            </a:r>
            <a:r>
              <a:rPr err="1"/>
              <a:t>sekunder</a:t>
            </a:r>
            <a:r>
              <a:t>.</a:t>
            </a:r>
          </a:p>
          <a:p>
            <a:endParaRPr/>
          </a:p>
          <a:p>
            <a:r>
              <a:rPr err="1"/>
              <a:t>Generel</a:t>
            </a:r>
            <a:r>
              <a:t> </a:t>
            </a:r>
            <a:r>
              <a:rPr err="1"/>
              <a:t>evidensbaseret</a:t>
            </a:r>
            <a:r>
              <a:t> </a:t>
            </a:r>
            <a:r>
              <a:rPr err="1"/>
              <a:t>vejledning</a:t>
            </a:r>
            <a:r>
              <a:t> </a:t>
            </a:r>
            <a:r>
              <a:rPr err="1"/>
              <a:t>fra</a:t>
            </a:r>
            <a:r>
              <a:t> NIDDK, </a:t>
            </a:r>
            <a:r>
              <a:rPr err="1"/>
              <a:t>ikke</a:t>
            </a:r>
            <a:r>
              <a:t> </a:t>
            </a:r>
            <a:r>
              <a:rPr err="1"/>
              <a:t>afledt</a:t>
            </a:r>
            <a:r>
              <a:t> </a:t>
            </a:r>
            <a:r>
              <a:rPr err="1"/>
              <a:t>af</a:t>
            </a:r>
            <a:r>
              <a:t> SHAP. Ved </a:t>
            </a:r>
            <a:r>
              <a:rPr err="1"/>
              <a:t>prædiabetes</a:t>
            </a:r>
            <a:r>
              <a:t> </a:t>
            </a:r>
            <a:r>
              <a:rPr err="1"/>
              <a:t>kan</a:t>
            </a:r>
            <a:r>
              <a:t> </a:t>
            </a:r>
            <a:r>
              <a:rPr err="1"/>
              <a:t>støttet</a:t>
            </a:r>
            <a:r>
              <a:t> </a:t>
            </a:r>
            <a:r>
              <a:rPr err="1"/>
              <a:t>vægthåndtering</a:t>
            </a:r>
            <a:r>
              <a:t>, </a:t>
            </a:r>
            <a:r>
              <a:rPr err="1"/>
              <a:t>kost</a:t>
            </a:r>
            <a:r>
              <a:t> </a:t>
            </a:r>
            <a:r>
              <a:rPr err="1"/>
              <a:t>og</a:t>
            </a:r>
            <a:r>
              <a:t> </a:t>
            </a:r>
            <a:r>
              <a:rPr err="1"/>
              <a:t>fysisk</a:t>
            </a:r>
            <a:r>
              <a:t> </a:t>
            </a:r>
            <a:r>
              <a:rPr err="1"/>
              <a:t>aktivitet</a:t>
            </a:r>
            <a:r>
              <a:t> </a:t>
            </a:r>
            <a:r>
              <a:rPr err="1"/>
              <a:t>forebygge</a:t>
            </a:r>
            <a:r>
              <a:t>/</a:t>
            </a:r>
            <a:r>
              <a:rPr err="1"/>
              <a:t>forsinke</a:t>
            </a:r>
            <a:r>
              <a:t> type2. Ved </a:t>
            </a:r>
            <a:r>
              <a:rPr err="1"/>
              <a:t>allerede</a:t>
            </a:r>
            <a:r>
              <a:t> </a:t>
            </a:r>
            <a:r>
              <a:rPr err="1"/>
              <a:t>diagnosticeret</a:t>
            </a:r>
            <a:r>
              <a:t> diabetes handler </a:t>
            </a:r>
            <a:r>
              <a:rPr err="1"/>
              <a:t>planen</a:t>
            </a:r>
            <a:r>
              <a:t> om </a:t>
            </a:r>
            <a:r>
              <a:rPr err="1"/>
              <a:t>behandling</a:t>
            </a:r>
            <a:r>
              <a:t> </a:t>
            </a:r>
            <a:r>
              <a:rPr err="1"/>
              <a:t>og</a:t>
            </a:r>
            <a:r>
              <a:t> </a:t>
            </a:r>
            <a:r>
              <a:rPr err="1"/>
              <a:t>opfølgning</a:t>
            </a:r>
            <a:r>
              <a:t>. Ingen </a:t>
            </a:r>
            <a:r>
              <a:rPr err="1"/>
              <a:t>specifik</a:t>
            </a:r>
            <a:r>
              <a:t> motion </a:t>
            </a:r>
            <a:r>
              <a:rPr err="1"/>
              <a:t>eller</a:t>
            </a:r>
            <a:r>
              <a:t> </a:t>
            </a:r>
            <a:r>
              <a:rPr err="1"/>
              <a:t>vægttabsprocent</a:t>
            </a:r>
            <a:r>
              <a:t> </a:t>
            </a:r>
            <a:r>
              <a:rPr err="1"/>
              <a:t>ordineres</a:t>
            </a:r>
            <a:r>
              <a:t> her </a:t>
            </a:r>
            <a:r>
              <a:rPr err="1"/>
              <a:t>pga</a:t>
            </a:r>
            <a:r>
              <a:t> alder, BMI53 </a:t>
            </a:r>
            <a:r>
              <a:rPr err="1"/>
              <a:t>og</a:t>
            </a:r>
            <a:r>
              <a:t> </a:t>
            </a:r>
            <a:r>
              <a:rPr err="1"/>
              <a:t>gangbesvær</a:t>
            </a:r>
            <a:r>
              <a:t>. </a:t>
            </a:r>
            <a:r>
              <a:rPr err="1"/>
              <a:t>Afstem</a:t>
            </a:r>
            <a:r>
              <a:t> </a:t>
            </a:r>
            <a:r>
              <a:rPr err="1"/>
              <a:t>aktivitet</a:t>
            </a:r>
            <a:r>
              <a:t> med </a:t>
            </a:r>
            <a:r>
              <a:rPr err="1"/>
              <a:t>kliniker</a:t>
            </a:r>
            <a:r>
              <a:t>. </a:t>
            </a:r>
            <a:r>
              <a:rPr err="1"/>
              <a:t>Spørg</a:t>
            </a:r>
            <a:r>
              <a:t> </a:t>
            </a:r>
            <a:r>
              <a:rPr err="1"/>
              <a:t>ind</a:t>
            </a:r>
            <a:r>
              <a:t> </a:t>
            </a:r>
            <a:r>
              <a:rPr err="1"/>
              <a:t>til</a:t>
            </a:r>
            <a:r>
              <a:t> </a:t>
            </a:r>
            <a:r>
              <a:rPr err="1"/>
              <a:t>omkostningsbarrierer</a:t>
            </a:r>
            <a:r>
              <a:t>. General clinical guidance: https://www.niddk.nih.gov/health-information/diabetes/overview/preventing-type-2-diabetes ; https://www.niddk.nih.gov/health-information/diabetes/overview/tests-diagnosis . Accessed 19 Oct 2026. These recommendations do not come from LIME or SHAP.</a:t>
            </a:r>
          </a:p>
          <a:p>
            <a:endParaRPr/>
          </a:p>
          <a:p>
            <a:r>
              <a:t>Source: </a:t>
            </a:r>
            <a:r>
              <a:rPr err="1"/>
              <a:t>neural_network.ipynb</a:t>
            </a:r>
            <a:r>
              <a:t>, uploaded 19 Oct 2026. Saved outputs, not a new model run.</a:t>
            </a:r>
          </a:p>
          <a:p>
            <a:r>
              <a:t>Source: </a:t>
            </a:r>
            <a:r>
              <a:rPr err="1"/>
              <a:t>decision_tree.ipynb</a:t>
            </a:r>
            <a:r>
              <a:t>, uploaded 19 Oct 2026. Saved outputs, not a new model run.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TID: 75 sekunder.</a:t>
            </a:r>
          </a:p>
          <a:p>
            <a:endParaRPr/>
          </a:p>
          <a:p>
            <a:r>
              <a:t>Ikke skyldgivende: alder og køn kan ikke ændres og er ikke handlinger. Indkomst er en kontekst/barriere og bør ikke fremstilles som patientens ansvar. LIME CholCheck og alkohol giver ikke medicinske råd. Undgå teknisk figur her. Den præcise retning af attributionsværdier skal ikke sættes lig klinisk effekt.</a:t>
            </a:r>
          </a:p>
          <a:p>
            <a:endParaRPr/>
          </a:p>
          <a:p>
            <a:r>
              <a:t>Source: neural_network.ipynb, uploaded 19 Oct 2026. Saved outputs, not a new model run.</a:t>
            </a:r>
          </a:p>
          <a:p>
            <a:r>
              <a:t>Source: decision_tree.ipynb, uploaded 19 Oct 2026. Saved outputs, not a new model run.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a-DK"/>
              <a:t>L</a:t>
            </a:r>
          </a:p>
          <a:p>
            <a:endParaRPr lang="da-DK"/>
          </a:p>
          <a:p>
            <a:r>
              <a:rPr lang="da-DK"/>
              <a:t>TID</a:t>
            </a:r>
            <a:r>
              <a:t>: 60 </a:t>
            </a:r>
            <a:r>
              <a:rPr err="1"/>
              <a:t>sekunder</a:t>
            </a:r>
            <a:r>
              <a:t>.</a:t>
            </a:r>
            <a:endParaRPr lang="da-DK"/>
          </a:p>
          <a:p>
            <a:endParaRPr/>
          </a:p>
          <a:p>
            <a:r>
              <a:rPr err="1"/>
              <a:t>Afslut</a:t>
            </a:r>
            <a:r>
              <a:t> med teach-back </a:t>
            </a:r>
            <a:r>
              <a:rPr err="1"/>
              <a:t>og</a:t>
            </a:r>
            <a:r>
              <a:t> </a:t>
            </a:r>
            <a:r>
              <a:rPr err="1"/>
              <a:t>fælles</a:t>
            </a:r>
            <a:r>
              <a:t> </a:t>
            </a:r>
            <a:r>
              <a:rPr err="1"/>
              <a:t>valg</a:t>
            </a:r>
            <a:r>
              <a:t>, </a:t>
            </a:r>
            <a:r>
              <a:rPr err="1"/>
              <a:t>ikke</a:t>
            </a:r>
            <a:r>
              <a:t> </a:t>
            </a:r>
            <a:r>
              <a:rPr err="1"/>
              <a:t>en</a:t>
            </a:r>
            <a:r>
              <a:t> quiz. Spørg </a:t>
            </a:r>
            <a:r>
              <a:rPr err="1"/>
              <a:t>hvad</a:t>
            </a:r>
            <a:r>
              <a:t> </a:t>
            </a:r>
            <a:r>
              <a:rPr err="1"/>
              <a:t>personen</a:t>
            </a:r>
            <a:r>
              <a:t> </a:t>
            </a:r>
            <a:r>
              <a:rPr err="1"/>
              <a:t>tager</a:t>
            </a:r>
            <a:r>
              <a:t> med sig </a:t>
            </a:r>
            <a:r>
              <a:rPr err="1"/>
              <a:t>og</a:t>
            </a:r>
            <a:r>
              <a:t> </a:t>
            </a:r>
            <a:r>
              <a:rPr err="1"/>
              <a:t>hvilke</a:t>
            </a:r>
            <a:r>
              <a:t> </a:t>
            </a:r>
            <a:r>
              <a:rPr err="1"/>
              <a:t>barrierer</a:t>
            </a:r>
            <a:r>
              <a:t> der </a:t>
            </a:r>
            <a:r>
              <a:rPr err="1"/>
              <a:t>skal</a:t>
            </a:r>
            <a:r>
              <a:t> </a:t>
            </a:r>
            <a:r>
              <a:rPr err="1"/>
              <a:t>håndteres</a:t>
            </a:r>
            <a:r>
              <a:t>. </a:t>
            </a:r>
            <a:r>
              <a:rPr err="1"/>
              <a:t>Bekræft</a:t>
            </a:r>
            <a:r>
              <a:t> at </a:t>
            </a:r>
            <a:r>
              <a:rPr err="1"/>
              <a:t>sundhedsråd</a:t>
            </a:r>
            <a:r>
              <a:t> </a:t>
            </a:r>
            <a:r>
              <a:rPr err="1"/>
              <a:t>kommer</a:t>
            </a:r>
            <a:r>
              <a:t> </a:t>
            </a:r>
            <a:r>
              <a:rPr err="1"/>
              <a:t>fra</a:t>
            </a:r>
            <a:r>
              <a:t> </a:t>
            </a:r>
            <a:r>
              <a:rPr err="1"/>
              <a:t>klinisk</a:t>
            </a:r>
            <a:r>
              <a:t> </a:t>
            </a:r>
            <a:r>
              <a:rPr err="1"/>
              <a:t>viden</a:t>
            </a:r>
            <a:r>
              <a:t>. Stop </a:t>
            </a:r>
            <a:r>
              <a:rPr err="1"/>
              <a:t>præsentationen</a:t>
            </a:r>
            <a:r>
              <a:t> ved10minutter </a:t>
            </a:r>
            <a:r>
              <a:rPr err="1"/>
              <a:t>og</a:t>
            </a:r>
            <a:r>
              <a:t> åbn10minutters </a:t>
            </a:r>
            <a:r>
              <a:rPr err="1"/>
              <a:t>spørgsmål</a:t>
            </a:r>
            <a:r>
              <a:t>. General clinical guidance: https://www.niddk.nih.gov/health-information/diabetes/overview/preventing-type-2-diabetes ; https://www.niddk.nih.gov/health-information/diabetes/overview/tests-diagnosis . Accessed 19 Oct 2026. These recommendations do not come from LIME or SHAP.</a:t>
            </a:r>
          </a:p>
          <a:p>
            <a:endParaRPr/>
          </a:p>
          <a:p>
            <a:r>
              <a:t>Source: </a:t>
            </a:r>
            <a:r>
              <a:rPr err="1"/>
              <a:t>neural_network.ipynb</a:t>
            </a:r>
            <a:r>
              <a:t>, uploaded 19 Oct 2026. Saved outputs, not a new model run.</a:t>
            </a:r>
          </a:p>
          <a:p>
            <a:r>
              <a:t>Source: </a:t>
            </a:r>
            <a:r>
              <a:rPr err="1"/>
              <a:t>decision_tree.ipynb</a:t>
            </a:r>
            <a:r>
              <a:t>, uploaded 19 Oct 2026. Saved outputs, not a new model run.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uden for de 10 minutter.</a:t>
            </a:r>
          </a:p>
          <a:p>
            <a:endParaRPr/>
          </a:p>
          <a:p>
            <a:r>
              <a:t>Hold svar korte. Hvis personen allerede har diabetes, skift fra forebyggelse af debut til behandling og opfølgning. General clinical guidance: https://www.niddk.nih.gov/health-information/diabetes/overview/preventing-type-2-diabetes ; https://www.niddk.nih.gov/health-information/diabetes/overview/tests-diagnosis . Accessed 19 Oct 2026. These recommendations do not come from LIME or SHAP.</a:t>
            </a:r>
          </a:p>
          <a:p>
            <a:endParaRPr/>
          </a:p>
          <a:p>
            <a:r>
              <a:t>Source: neural_network.ipynb, uploaded 19 Oct 2026. Saved outputs, not a new model run.</a:t>
            </a:r>
          </a:p>
          <a:p>
            <a:r>
              <a:t>Source: decision_tree.ipynb, uploaded 19 Oct 2026. Saved outputs, not a new model run.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a-DK"/>
              <a:t>V</a:t>
            </a:r>
          </a:p>
          <a:p>
            <a:endParaRPr lang="da-DK"/>
          </a:p>
          <a:p>
            <a:r>
              <a:t>BACKUP: </a:t>
            </a:r>
            <a:r>
              <a:rPr err="1"/>
              <a:t>uden</a:t>
            </a:r>
            <a:r>
              <a:t> for de 10 </a:t>
            </a:r>
            <a:r>
              <a:rPr err="1"/>
              <a:t>minutter</a:t>
            </a:r>
            <a:r>
              <a:t>.</a:t>
            </a:r>
          </a:p>
          <a:p>
            <a:endParaRPr/>
          </a:p>
          <a:p>
            <a:r>
              <a:t>Original NN-waterfall </a:t>
            </a:r>
            <a:r>
              <a:rPr err="1"/>
              <a:t>fra</a:t>
            </a:r>
            <a:r>
              <a:t> celle18. Brug </a:t>
            </a:r>
            <a:r>
              <a:rPr err="1"/>
              <a:t>kun</a:t>
            </a:r>
            <a:r>
              <a:t> </a:t>
            </a:r>
            <a:r>
              <a:rPr err="1"/>
              <a:t>hvis</a:t>
            </a:r>
            <a:r>
              <a:t> </a:t>
            </a:r>
            <a:r>
              <a:rPr err="1"/>
              <a:t>en</a:t>
            </a:r>
            <a:r>
              <a:t> patient </a:t>
            </a:r>
            <a:r>
              <a:rPr err="1"/>
              <a:t>efterspørger</a:t>
            </a:r>
            <a:r>
              <a:t> </a:t>
            </a:r>
            <a:r>
              <a:rPr err="1"/>
              <a:t>detaljer</a:t>
            </a:r>
            <a:r>
              <a:t>. </a:t>
            </a:r>
            <a:r>
              <a:rPr err="1"/>
              <a:t>Forklar</a:t>
            </a:r>
            <a:r>
              <a:t> </a:t>
            </a:r>
            <a:r>
              <a:rPr err="1"/>
              <a:t>én</a:t>
            </a:r>
            <a:r>
              <a:t> </a:t>
            </a:r>
            <a:r>
              <a:rPr err="1"/>
              <a:t>søjle</a:t>
            </a:r>
            <a:r>
              <a:t> ad </a:t>
            </a:r>
            <a:r>
              <a:rPr err="1"/>
              <a:t>gangen</a:t>
            </a:r>
            <a:r>
              <a:t>. Den </a:t>
            </a:r>
            <a:r>
              <a:rPr err="1"/>
              <a:t>forenklede</a:t>
            </a:r>
            <a:r>
              <a:t> </a:t>
            </a:r>
            <a:r>
              <a:rPr err="1"/>
              <a:t>hovedfigur</a:t>
            </a:r>
            <a:r>
              <a:t> </a:t>
            </a:r>
            <a:r>
              <a:rPr err="1"/>
              <a:t>viser</a:t>
            </a:r>
            <a:r>
              <a:t> </a:t>
            </a:r>
            <a:r>
              <a:rPr err="1"/>
              <a:t>tre</a:t>
            </a:r>
            <a:r>
              <a:t> </a:t>
            </a:r>
            <a:r>
              <a:rPr err="1"/>
              <a:t>største</a:t>
            </a:r>
            <a:r>
              <a:t> positive </a:t>
            </a:r>
            <a:r>
              <a:rPr err="1"/>
              <a:t>bidrag</a:t>
            </a:r>
            <a:r>
              <a:t>, </a:t>
            </a:r>
            <a:r>
              <a:rPr err="1"/>
              <a:t>mens</a:t>
            </a:r>
            <a:r>
              <a:t> </a:t>
            </a:r>
            <a:r>
              <a:rPr err="1"/>
              <a:t>originalen</a:t>
            </a:r>
            <a:r>
              <a:t> </a:t>
            </a:r>
            <a:r>
              <a:rPr err="1"/>
              <a:t>viser</a:t>
            </a:r>
            <a:r>
              <a:t> </a:t>
            </a:r>
            <a:r>
              <a:rPr err="1"/>
              <a:t>flere</a:t>
            </a:r>
            <a:r>
              <a:t>. Baseline ca.509 er </a:t>
            </a:r>
            <a:r>
              <a:rPr err="1"/>
              <a:t>gennemsnit</a:t>
            </a:r>
            <a:r>
              <a:t> </a:t>
            </a:r>
            <a:r>
              <a:rPr err="1"/>
              <a:t>af</a:t>
            </a:r>
            <a:r>
              <a:t> </a:t>
            </a:r>
            <a:r>
              <a:rPr err="1"/>
              <a:t>modelscore</a:t>
            </a:r>
            <a:r>
              <a:t> på50baggrundspersoner. Ingen </a:t>
            </a:r>
            <a:r>
              <a:rPr err="1"/>
              <a:t>kausal</a:t>
            </a:r>
            <a:r>
              <a:t> </a:t>
            </a:r>
            <a:r>
              <a:rPr err="1"/>
              <a:t>eller</a:t>
            </a:r>
            <a:r>
              <a:t> </a:t>
            </a:r>
            <a:r>
              <a:rPr err="1"/>
              <a:t>individuel</a:t>
            </a:r>
            <a:r>
              <a:t> </a:t>
            </a:r>
            <a:r>
              <a:rPr err="1"/>
              <a:t>fremtidig</a:t>
            </a:r>
            <a:r>
              <a:t> </a:t>
            </a:r>
            <a:r>
              <a:rPr err="1"/>
              <a:t>risikofortolkning</a:t>
            </a:r>
            <a:r>
              <a:t>.</a:t>
            </a:r>
          </a:p>
          <a:p>
            <a:endParaRPr/>
          </a:p>
          <a:p>
            <a:r>
              <a:t>Source: </a:t>
            </a:r>
            <a:r>
              <a:rPr err="1"/>
              <a:t>neural_network.ipynb</a:t>
            </a:r>
            <a:r>
              <a:t>, uploaded 19 Oct 2026. Saved outputs, not a new model run.</a:t>
            </a:r>
          </a:p>
          <a:p>
            <a:r>
              <a:t>Source: </a:t>
            </a:r>
            <a:r>
              <a:rPr err="1"/>
              <a:t>decision_tree.ipynb</a:t>
            </a:r>
            <a:r>
              <a:t>, uploaded 19 Oct 2026. Saved outputs, not a new model run.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FF395A4-4A2B-4B24-B620-40A3B6C11E3B}"/>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1DD07698-947C-46FA-80EA-F28914F9B236}"/>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F576A0D2-B133-4DAA-A0ED-89B1C7A5AD8C}"/>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AE6DABD-3470-428F-ABE8-2F3DC3AD247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62CAA38B-1311-4662-B956-2292CAD022C1}"/>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FE07ED31-D575-4DC5-8DEC-04107A5A308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7552A259-770F-4F30-82ED-E24188B2254C}"/>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933037F1-05BC-430A-A25B-5897692C3592}"/>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B82869AD-5863-4761-A2E5-73EF7D6D181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D7F5A6E5-5E63-4698-8CA8-BDA703BCEEF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Billede 7">
            <a:extLst>
              <a:ext uri="{FF2B5EF4-FFF2-40B4-BE49-F238E27FC236}">
                <a16:creationId xmlns:a16="http://schemas.microsoft.com/office/drawing/2014/main" id="{EE433408-DEF8-47E9-AC14-64277D146BDD}"/>
              </a:ext>
            </a:extLst>
          </p:cNvPr>
          <p:cNvPicPr>
            <a:picLocks noChangeAspect="1"/>
          </p:cNvPicPr>
          <p:nvPr/>
        </p:nvPicPr>
        <p:blipFill>
          <a:blip r:embed="rId3"/>
          <a:stretch/>
        </p:blipFill>
        <p:spPr>
          <a:xfrm>
            <a:off x="2462" y="0"/>
            <a:ext cx="12187076" cy="6858000"/>
          </a:xfrm>
          <a:prstGeom prst="rect">
            <a:avLst/>
          </a:prstGeom>
        </p:spPr>
      </p:pic>
      <p:sp>
        <p:nvSpPr>
          <p:cNvPr id="2" name="content-background">
            <a:extLst>
              <a:ext uri="{FF2B5EF4-FFF2-40B4-BE49-F238E27FC236}">
                <a16:creationId xmlns:a16="http://schemas.microsoft.com/office/drawing/2014/main" id="{466E0788-1BC7-47BE-96B5-BB6B7B2020D3}"/>
              </a:ext>
            </a:extLst>
          </p:cNvPr>
          <p:cNvSpPr>
            <a:spLocks noGrp="1"/>
          </p:cNvSpPr>
          <p:nvPr/>
        </p:nvSpPr>
        <p:spPr>
          <a:xfrm>
            <a:off x="333375" y="266700"/>
            <a:ext cx="11525250" cy="6324600"/>
          </a:xfrm>
          <a:prstGeom prst="rect">
            <a:avLst/>
          </a:prstGeom>
          <a:solidFill>
            <a:srgbClr val="FFFFFF"/>
          </a:solidFill>
          <a:ln w="0">
            <a:noFill/>
            <a:prstDash val="solid"/>
          </a:ln>
        </p:spPr>
        <p:txBody>
          <a:bodyPr/>
          <a:lstStyle/>
          <a:p>
            <a:endParaRPr lang="da-DK"/>
          </a:p>
        </p:txBody>
      </p:sp>
      <p:sp>
        <p:nvSpPr>
          <p:cNvPr id="3" name="text-1">
            <a:extLst>
              <a:ext uri="{FF2B5EF4-FFF2-40B4-BE49-F238E27FC236}">
                <a16:creationId xmlns:a16="http://schemas.microsoft.com/office/drawing/2014/main" id="{5756F9F8-0153-4713-9F21-BFB964546D83}"/>
              </a:ext>
            </a:extLst>
          </p:cNvPr>
          <p:cNvSpPr>
            <a:spLocks noGrp="1"/>
          </p:cNvSpPr>
          <p:nvPr/>
        </p:nvSpPr>
        <p:spPr>
          <a:xfrm>
            <a:off x="666750" y="542925"/>
            <a:ext cx="10858500" cy="876300"/>
          </a:xfrm>
          <a:prstGeom prst="rect">
            <a:avLst/>
          </a:prstGeom>
          <a:noFill/>
          <a:ln w="0">
            <a:noFill/>
            <a:prstDash val="solid"/>
          </a:ln>
        </p:spPr>
        <p:txBody>
          <a:bodyPr lIns="0" tIns="0" rIns="0" bIns="0" anchor="t"/>
          <a:lstStyle>
            <a:defPPr>
              <a:defRPr sz="3300" b="1">
                <a:solidFill>
                  <a:srgbClr val="08205E"/>
                </a:solidFill>
                <a:latin typeface="Nimbus Sans"/>
                <a:ea typeface="Nimbus Sans"/>
                <a:cs typeface="Nimbus Sans"/>
              </a:defRPr>
            </a:defPPr>
            <a:lvl1pPr>
              <a:defRPr sz="3300" b="1">
                <a:solidFill>
                  <a:srgbClr val="08205E"/>
                </a:solidFill>
                <a:latin typeface="Nimbus Sans"/>
                <a:ea typeface="Nimbus Sans"/>
                <a:cs typeface="Nimbus Sans"/>
              </a:defRPr>
            </a:lvl1pPr>
            <a:lvl2pPr>
              <a:defRPr sz="3300" b="1">
                <a:solidFill>
                  <a:srgbClr val="08205E"/>
                </a:solidFill>
                <a:latin typeface="Nimbus Sans"/>
                <a:ea typeface="Nimbus Sans"/>
                <a:cs typeface="Nimbus Sans"/>
              </a:defRPr>
            </a:lvl2pPr>
            <a:lvl3pPr>
              <a:defRPr sz="3300" b="1">
                <a:solidFill>
                  <a:srgbClr val="08205E"/>
                </a:solidFill>
                <a:latin typeface="Nimbus Sans"/>
                <a:ea typeface="Nimbus Sans"/>
                <a:cs typeface="Nimbus Sans"/>
              </a:defRPr>
            </a:lvl3pPr>
            <a:lvl4pPr>
              <a:defRPr sz="3300" b="1">
                <a:solidFill>
                  <a:srgbClr val="08205E"/>
                </a:solidFill>
                <a:latin typeface="Nimbus Sans"/>
                <a:ea typeface="Nimbus Sans"/>
                <a:cs typeface="Nimbus Sans"/>
              </a:defRPr>
            </a:lvl4pPr>
            <a:lvl5pPr>
              <a:defRPr sz="3300" b="1">
                <a:solidFill>
                  <a:srgbClr val="08205E"/>
                </a:solidFill>
                <a:latin typeface="Nimbus Sans"/>
                <a:ea typeface="Nimbus Sans"/>
                <a:cs typeface="Nimbus Sans"/>
              </a:defRPr>
            </a:lvl5pPr>
            <a:lvl6pPr>
              <a:defRPr sz="3300" b="1">
                <a:solidFill>
                  <a:srgbClr val="08205E"/>
                </a:solidFill>
                <a:latin typeface="Nimbus Sans"/>
                <a:ea typeface="Nimbus Sans"/>
                <a:cs typeface="Nimbus Sans"/>
              </a:defRPr>
            </a:lvl6pPr>
            <a:lvl7pPr>
              <a:defRPr sz="3300" b="1">
                <a:solidFill>
                  <a:srgbClr val="08205E"/>
                </a:solidFill>
                <a:latin typeface="Nimbus Sans"/>
                <a:ea typeface="Nimbus Sans"/>
                <a:cs typeface="Nimbus Sans"/>
              </a:defRPr>
            </a:lvl7pPr>
            <a:lvl8pPr>
              <a:defRPr sz="3300" b="1">
                <a:solidFill>
                  <a:srgbClr val="08205E"/>
                </a:solidFill>
                <a:latin typeface="Nimbus Sans"/>
                <a:ea typeface="Nimbus Sans"/>
                <a:cs typeface="Nimbus Sans"/>
              </a:defRPr>
            </a:lvl8pPr>
            <a:lvl9pPr>
              <a:defRPr sz="3300" b="1">
                <a:solidFill>
                  <a:srgbClr val="08205E"/>
                </a:solidFill>
                <a:latin typeface="Nimbus Sans"/>
                <a:ea typeface="Nimbus Sans"/>
                <a:cs typeface="Nimbus Sans"/>
              </a:defRPr>
            </a:lvl9pPr>
          </a:lstStyle>
          <a:p>
            <a:pPr>
              <a:defRPr sz="3300" b="1">
                <a:solidFill>
                  <a:srgbClr val="08205E"/>
                </a:solidFill>
                <a:latin typeface="Nimbus Sans"/>
                <a:ea typeface="Nimbus Sans"/>
                <a:cs typeface="Nimbus Sans"/>
              </a:defRPr>
            </a:pPr>
            <a:r>
              <a:rPr sz="3300" b="1">
                <a:solidFill>
                  <a:srgbClr val="08205E"/>
                </a:solidFill>
                <a:latin typeface="Nimbus Sans"/>
                <a:ea typeface="Nimbus Sans"/>
                <a:cs typeface="Nimbus Sans"/>
              </a:rPr>
              <a:t>Patient conversation</a:t>
            </a:r>
          </a:p>
        </p:txBody>
      </p:sp>
      <p:sp>
        <p:nvSpPr>
          <p:cNvPr id="4" name="text-2">
            <a:extLst>
              <a:ext uri="{FF2B5EF4-FFF2-40B4-BE49-F238E27FC236}">
                <a16:creationId xmlns:a16="http://schemas.microsoft.com/office/drawing/2014/main" id="{34884CC9-06FD-4740-A05F-423BBB95EB42}"/>
              </a:ext>
            </a:extLst>
          </p:cNvPr>
          <p:cNvSpPr>
            <a:spLocks noGrp="1"/>
          </p:cNvSpPr>
          <p:nvPr/>
        </p:nvSpPr>
        <p:spPr>
          <a:xfrm>
            <a:off x="666750" y="6343650"/>
            <a:ext cx="8096250" cy="190500"/>
          </a:xfrm>
          <a:prstGeom prst="rect">
            <a:avLst/>
          </a:prstGeom>
          <a:noFill/>
          <a:ln w="0">
            <a:noFill/>
            <a:prstDash val="solid"/>
          </a:ln>
        </p:spPr>
        <p:txBody>
          <a:bodyPr lIns="0" tIns="0" rIns="0" bIns="0" anchor="t"/>
          <a:lstStyle>
            <a:defPPr>
              <a:defRPr sz="1125" b="0">
                <a:solidFill>
                  <a:srgbClr val="46536A"/>
                </a:solidFill>
                <a:latin typeface="Nimbus Sans"/>
                <a:ea typeface="Nimbus Sans"/>
                <a:cs typeface="Nimbus Sans"/>
              </a:defRPr>
            </a:defPPr>
            <a:lvl1pPr>
              <a:defRPr sz="1125" b="0">
                <a:solidFill>
                  <a:srgbClr val="46536A"/>
                </a:solidFill>
                <a:latin typeface="Nimbus Sans"/>
                <a:ea typeface="Nimbus Sans"/>
                <a:cs typeface="Nimbus Sans"/>
              </a:defRPr>
            </a:lvl1pPr>
            <a:lvl2pPr>
              <a:defRPr sz="1125" b="0">
                <a:solidFill>
                  <a:srgbClr val="46536A"/>
                </a:solidFill>
                <a:latin typeface="Nimbus Sans"/>
                <a:ea typeface="Nimbus Sans"/>
                <a:cs typeface="Nimbus Sans"/>
              </a:defRPr>
            </a:lvl2pPr>
            <a:lvl3pPr>
              <a:defRPr sz="1125" b="0">
                <a:solidFill>
                  <a:srgbClr val="46536A"/>
                </a:solidFill>
                <a:latin typeface="Nimbus Sans"/>
                <a:ea typeface="Nimbus Sans"/>
                <a:cs typeface="Nimbus Sans"/>
              </a:defRPr>
            </a:lvl3pPr>
            <a:lvl4pPr>
              <a:defRPr sz="1125" b="0">
                <a:solidFill>
                  <a:srgbClr val="46536A"/>
                </a:solidFill>
                <a:latin typeface="Nimbus Sans"/>
                <a:ea typeface="Nimbus Sans"/>
                <a:cs typeface="Nimbus Sans"/>
              </a:defRPr>
            </a:lvl4pPr>
            <a:lvl5pPr>
              <a:defRPr sz="1125" b="0">
                <a:solidFill>
                  <a:srgbClr val="46536A"/>
                </a:solidFill>
                <a:latin typeface="Nimbus Sans"/>
                <a:ea typeface="Nimbus Sans"/>
                <a:cs typeface="Nimbus Sans"/>
              </a:defRPr>
            </a:lvl5pPr>
            <a:lvl6pPr>
              <a:defRPr sz="1125" b="0">
                <a:solidFill>
                  <a:srgbClr val="46536A"/>
                </a:solidFill>
                <a:latin typeface="Nimbus Sans"/>
                <a:ea typeface="Nimbus Sans"/>
                <a:cs typeface="Nimbus Sans"/>
              </a:defRPr>
            </a:lvl6pPr>
            <a:lvl7pPr>
              <a:defRPr sz="1125" b="0">
                <a:solidFill>
                  <a:srgbClr val="46536A"/>
                </a:solidFill>
                <a:latin typeface="Nimbus Sans"/>
                <a:ea typeface="Nimbus Sans"/>
                <a:cs typeface="Nimbus Sans"/>
              </a:defRPr>
            </a:lvl7pPr>
            <a:lvl8pPr>
              <a:defRPr sz="1125" b="0">
                <a:solidFill>
                  <a:srgbClr val="46536A"/>
                </a:solidFill>
                <a:latin typeface="Nimbus Sans"/>
                <a:ea typeface="Nimbus Sans"/>
                <a:cs typeface="Nimbus Sans"/>
              </a:defRPr>
            </a:lvl8pPr>
            <a:lvl9pPr>
              <a:defRPr sz="1125" b="0">
                <a:solidFill>
                  <a:srgbClr val="46536A"/>
                </a:solidFill>
                <a:latin typeface="Nimbus Sans"/>
                <a:ea typeface="Nimbus Sans"/>
                <a:cs typeface="Nimbus Sans"/>
              </a:defRPr>
            </a:lvl9pPr>
          </a:lstStyle>
          <a:p>
            <a:pPr>
              <a:defRPr sz="1125" b="0">
                <a:solidFill>
                  <a:srgbClr val="46536A"/>
                </a:solidFill>
                <a:latin typeface="Nimbus Sans"/>
                <a:ea typeface="Nimbus Sans"/>
                <a:cs typeface="Nimbus Sans"/>
              </a:defRPr>
            </a:pPr>
            <a:r>
              <a:rPr sz="1125" b="0">
                <a:solidFill>
                  <a:srgbClr val="46536A"/>
                </a:solidFill>
                <a:latin typeface="Nimbus Sans"/>
                <a:ea typeface="Nimbus Sans"/>
                <a:cs typeface="Nimbus Sans"/>
              </a:rPr>
              <a:t>3 Patient   /   1</a:t>
            </a:r>
          </a:p>
        </p:txBody>
      </p:sp>
      <p:sp>
        <p:nvSpPr>
          <p:cNvPr id="5" name="text-3">
            <a:extLst>
              <a:ext uri="{FF2B5EF4-FFF2-40B4-BE49-F238E27FC236}">
                <a16:creationId xmlns:a16="http://schemas.microsoft.com/office/drawing/2014/main" id="{1ADCE15F-6B39-467D-A5C7-4920532D1531}"/>
              </a:ext>
            </a:extLst>
          </p:cNvPr>
          <p:cNvSpPr>
            <a:spLocks noGrp="1"/>
          </p:cNvSpPr>
          <p:nvPr/>
        </p:nvSpPr>
        <p:spPr>
          <a:xfrm>
            <a:off x="714375" y="1809750"/>
            <a:ext cx="10477500" cy="762000"/>
          </a:xfrm>
          <a:prstGeom prst="rect">
            <a:avLst/>
          </a:prstGeom>
          <a:noFill/>
          <a:ln w="0">
            <a:noFill/>
            <a:prstDash val="solid"/>
          </a:ln>
        </p:spPr>
        <p:txBody>
          <a:bodyPr lIns="0" tIns="0" rIns="0" bIns="0" anchor="t"/>
          <a:lstStyle>
            <a:defPPr>
              <a:defRPr sz="4800" b="1">
                <a:solidFill>
                  <a:srgbClr val="08205E"/>
                </a:solidFill>
                <a:latin typeface="Nimbus Sans"/>
                <a:ea typeface="Nimbus Sans"/>
                <a:cs typeface="Nimbus Sans"/>
              </a:defRPr>
            </a:defPPr>
            <a:lvl1pPr>
              <a:defRPr sz="4800" b="1">
                <a:solidFill>
                  <a:srgbClr val="08205E"/>
                </a:solidFill>
                <a:latin typeface="Nimbus Sans"/>
                <a:ea typeface="Nimbus Sans"/>
                <a:cs typeface="Nimbus Sans"/>
              </a:defRPr>
            </a:lvl1pPr>
            <a:lvl2pPr>
              <a:defRPr sz="4800" b="1">
                <a:solidFill>
                  <a:srgbClr val="08205E"/>
                </a:solidFill>
                <a:latin typeface="Nimbus Sans"/>
                <a:ea typeface="Nimbus Sans"/>
                <a:cs typeface="Nimbus Sans"/>
              </a:defRPr>
            </a:lvl2pPr>
            <a:lvl3pPr>
              <a:defRPr sz="4800" b="1">
                <a:solidFill>
                  <a:srgbClr val="08205E"/>
                </a:solidFill>
                <a:latin typeface="Nimbus Sans"/>
                <a:ea typeface="Nimbus Sans"/>
                <a:cs typeface="Nimbus Sans"/>
              </a:defRPr>
            </a:lvl3pPr>
            <a:lvl4pPr>
              <a:defRPr sz="4800" b="1">
                <a:solidFill>
                  <a:srgbClr val="08205E"/>
                </a:solidFill>
                <a:latin typeface="Nimbus Sans"/>
                <a:ea typeface="Nimbus Sans"/>
                <a:cs typeface="Nimbus Sans"/>
              </a:defRPr>
            </a:lvl4pPr>
            <a:lvl5pPr>
              <a:defRPr sz="4800" b="1">
                <a:solidFill>
                  <a:srgbClr val="08205E"/>
                </a:solidFill>
                <a:latin typeface="Nimbus Sans"/>
                <a:ea typeface="Nimbus Sans"/>
                <a:cs typeface="Nimbus Sans"/>
              </a:defRPr>
            </a:lvl5pPr>
            <a:lvl6pPr>
              <a:defRPr sz="4800" b="1">
                <a:solidFill>
                  <a:srgbClr val="08205E"/>
                </a:solidFill>
                <a:latin typeface="Nimbus Sans"/>
                <a:ea typeface="Nimbus Sans"/>
                <a:cs typeface="Nimbus Sans"/>
              </a:defRPr>
            </a:lvl6pPr>
            <a:lvl7pPr>
              <a:defRPr sz="4800" b="1">
                <a:solidFill>
                  <a:srgbClr val="08205E"/>
                </a:solidFill>
                <a:latin typeface="Nimbus Sans"/>
                <a:ea typeface="Nimbus Sans"/>
                <a:cs typeface="Nimbus Sans"/>
              </a:defRPr>
            </a:lvl7pPr>
            <a:lvl8pPr>
              <a:defRPr sz="4800" b="1">
                <a:solidFill>
                  <a:srgbClr val="08205E"/>
                </a:solidFill>
                <a:latin typeface="Nimbus Sans"/>
                <a:ea typeface="Nimbus Sans"/>
                <a:cs typeface="Nimbus Sans"/>
              </a:defRPr>
            </a:lvl8pPr>
            <a:lvl9pPr>
              <a:defRPr sz="4800" b="1">
                <a:solidFill>
                  <a:srgbClr val="08205E"/>
                </a:solidFill>
                <a:latin typeface="Nimbus Sans"/>
                <a:ea typeface="Nimbus Sans"/>
                <a:cs typeface="Nimbus Sans"/>
              </a:defRPr>
            </a:lvl9pPr>
          </a:lstStyle>
          <a:p>
            <a:pPr>
              <a:defRPr sz="4800" b="1">
                <a:solidFill>
                  <a:srgbClr val="08205E"/>
                </a:solidFill>
                <a:latin typeface="Nimbus Sans"/>
                <a:ea typeface="Nimbus Sans"/>
                <a:cs typeface="Nimbus Sans"/>
              </a:defRPr>
            </a:pPr>
            <a:r>
              <a:rPr sz="4800" b="1">
                <a:solidFill>
                  <a:srgbClr val="08205E"/>
                </a:solidFill>
                <a:latin typeface="Nimbus Sans"/>
                <a:ea typeface="Nimbus Sans"/>
                <a:cs typeface="Nimbus Sans"/>
              </a:rPr>
              <a:t>XAI/UX</a:t>
            </a:r>
          </a:p>
        </p:txBody>
      </p:sp>
      <p:sp>
        <p:nvSpPr>
          <p:cNvPr id="6" name="text-4">
            <a:extLst>
              <a:ext uri="{FF2B5EF4-FFF2-40B4-BE49-F238E27FC236}">
                <a16:creationId xmlns:a16="http://schemas.microsoft.com/office/drawing/2014/main" id="{0DF4609B-A259-4A8A-A8D3-53863E478BBE}"/>
              </a:ext>
            </a:extLst>
          </p:cNvPr>
          <p:cNvSpPr>
            <a:spLocks noGrp="1"/>
          </p:cNvSpPr>
          <p:nvPr/>
        </p:nvSpPr>
        <p:spPr>
          <a:xfrm>
            <a:off x="714375" y="2857500"/>
            <a:ext cx="10477500" cy="1428750"/>
          </a:xfrm>
          <a:prstGeom prst="rect">
            <a:avLst/>
          </a:prstGeom>
          <a:noFill/>
          <a:ln w="0">
            <a:noFill/>
            <a:prstDash val="solid"/>
          </a:ln>
        </p:spPr>
        <p:txBody>
          <a:bodyPr lIns="0" tIns="0" rIns="0" bIns="0" anchor="t"/>
          <a:lstStyle>
            <a:defPPr>
              <a:defRPr sz="3150" b="0">
                <a:solidFill>
                  <a:srgbClr val="08205E"/>
                </a:solidFill>
                <a:latin typeface="Nimbus Sans"/>
                <a:ea typeface="Nimbus Sans"/>
                <a:cs typeface="Nimbus Sans"/>
              </a:defRPr>
            </a:defPPr>
            <a:lvl1pPr>
              <a:defRPr sz="3150" b="0">
                <a:solidFill>
                  <a:srgbClr val="08205E"/>
                </a:solidFill>
                <a:latin typeface="Nimbus Sans"/>
                <a:ea typeface="Nimbus Sans"/>
                <a:cs typeface="Nimbus Sans"/>
              </a:defRPr>
            </a:lvl1pPr>
            <a:lvl2pPr>
              <a:defRPr sz="3150" b="0">
                <a:solidFill>
                  <a:srgbClr val="08205E"/>
                </a:solidFill>
                <a:latin typeface="Nimbus Sans"/>
                <a:ea typeface="Nimbus Sans"/>
                <a:cs typeface="Nimbus Sans"/>
              </a:defRPr>
            </a:lvl2pPr>
            <a:lvl3pPr>
              <a:defRPr sz="3150" b="0">
                <a:solidFill>
                  <a:srgbClr val="08205E"/>
                </a:solidFill>
                <a:latin typeface="Nimbus Sans"/>
                <a:ea typeface="Nimbus Sans"/>
                <a:cs typeface="Nimbus Sans"/>
              </a:defRPr>
            </a:lvl3pPr>
            <a:lvl4pPr>
              <a:defRPr sz="3150" b="0">
                <a:solidFill>
                  <a:srgbClr val="08205E"/>
                </a:solidFill>
                <a:latin typeface="Nimbus Sans"/>
                <a:ea typeface="Nimbus Sans"/>
                <a:cs typeface="Nimbus Sans"/>
              </a:defRPr>
            </a:lvl4pPr>
            <a:lvl5pPr>
              <a:defRPr sz="3150" b="0">
                <a:solidFill>
                  <a:srgbClr val="08205E"/>
                </a:solidFill>
                <a:latin typeface="Nimbus Sans"/>
                <a:ea typeface="Nimbus Sans"/>
                <a:cs typeface="Nimbus Sans"/>
              </a:defRPr>
            </a:lvl5pPr>
            <a:lvl6pPr>
              <a:defRPr sz="3150" b="0">
                <a:solidFill>
                  <a:srgbClr val="08205E"/>
                </a:solidFill>
                <a:latin typeface="Nimbus Sans"/>
                <a:ea typeface="Nimbus Sans"/>
                <a:cs typeface="Nimbus Sans"/>
              </a:defRPr>
            </a:lvl6pPr>
            <a:lvl7pPr>
              <a:defRPr sz="3150" b="0">
                <a:solidFill>
                  <a:srgbClr val="08205E"/>
                </a:solidFill>
                <a:latin typeface="Nimbus Sans"/>
                <a:ea typeface="Nimbus Sans"/>
                <a:cs typeface="Nimbus Sans"/>
              </a:defRPr>
            </a:lvl7pPr>
            <a:lvl8pPr>
              <a:defRPr sz="3150" b="0">
                <a:solidFill>
                  <a:srgbClr val="08205E"/>
                </a:solidFill>
                <a:latin typeface="Nimbus Sans"/>
                <a:ea typeface="Nimbus Sans"/>
                <a:cs typeface="Nimbus Sans"/>
              </a:defRPr>
            </a:lvl8pPr>
            <a:lvl9pPr>
              <a:defRPr sz="3150" b="0">
                <a:solidFill>
                  <a:srgbClr val="08205E"/>
                </a:solidFill>
                <a:latin typeface="Nimbus Sans"/>
                <a:ea typeface="Nimbus Sans"/>
                <a:cs typeface="Nimbus Sans"/>
              </a:defRPr>
            </a:lvl9pPr>
          </a:lstStyle>
          <a:p>
            <a:pPr>
              <a:defRPr sz="3150" b="0">
                <a:solidFill>
                  <a:srgbClr val="08205E"/>
                </a:solidFill>
                <a:latin typeface="Nimbus Sans"/>
                <a:ea typeface="Nimbus Sans"/>
                <a:cs typeface="Nimbus Sans"/>
              </a:defRPr>
            </a:pPr>
            <a:r>
              <a:rPr sz="3150" b="0">
                <a:solidFill>
                  <a:srgbClr val="08205E"/>
                </a:solidFill>
                <a:latin typeface="Nimbus Sans"/>
                <a:ea typeface="Nimbus Sans"/>
                <a:cs typeface="Nimbus Sans"/>
              </a:rPr>
              <a:t>Understanding the result and choosing a next step</a:t>
            </a:r>
          </a:p>
        </p:txBody>
      </p:sp>
      <p:sp>
        <p:nvSpPr>
          <p:cNvPr id="7" name="text-5">
            <a:extLst>
              <a:ext uri="{FF2B5EF4-FFF2-40B4-BE49-F238E27FC236}">
                <a16:creationId xmlns:a16="http://schemas.microsoft.com/office/drawing/2014/main" id="{8C023593-6C1A-4608-865F-E836F0DB1221}"/>
              </a:ext>
            </a:extLst>
          </p:cNvPr>
          <p:cNvSpPr>
            <a:spLocks noGrp="1"/>
          </p:cNvSpPr>
          <p:nvPr/>
        </p:nvSpPr>
        <p:spPr>
          <a:xfrm>
            <a:off x="714375" y="5219700"/>
            <a:ext cx="10477500" cy="476250"/>
          </a:xfrm>
          <a:prstGeom prst="rect">
            <a:avLst/>
          </a:prstGeom>
          <a:noFill/>
          <a:ln w="0">
            <a:noFill/>
            <a:prstDash val="solid"/>
          </a:ln>
        </p:spPr>
        <p:txBody>
          <a:bodyPr lIns="0" tIns="0" rIns="0" bIns="0" anchor="t"/>
          <a:lstStyle>
            <a:defPPr>
              <a:defRPr sz="1875" b="0">
                <a:solidFill>
                  <a:srgbClr val="08205E"/>
                </a:solidFill>
                <a:latin typeface="Nimbus Sans"/>
                <a:ea typeface="Nimbus Sans"/>
                <a:cs typeface="Nimbus Sans"/>
              </a:defRPr>
            </a:defPPr>
            <a:lvl1pPr>
              <a:defRPr sz="1875" b="0">
                <a:solidFill>
                  <a:srgbClr val="08205E"/>
                </a:solidFill>
                <a:latin typeface="Nimbus Sans"/>
                <a:ea typeface="Nimbus Sans"/>
                <a:cs typeface="Nimbus Sans"/>
              </a:defRPr>
            </a:lvl1pPr>
            <a:lvl2pPr>
              <a:defRPr sz="1875" b="0">
                <a:solidFill>
                  <a:srgbClr val="08205E"/>
                </a:solidFill>
                <a:latin typeface="Nimbus Sans"/>
                <a:ea typeface="Nimbus Sans"/>
                <a:cs typeface="Nimbus Sans"/>
              </a:defRPr>
            </a:lvl2pPr>
            <a:lvl3pPr>
              <a:defRPr sz="1875" b="0">
                <a:solidFill>
                  <a:srgbClr val="08205E"/>
                </a:solidFill>
                <a:latin typeface="Nimbus Sans"/>
                <a:ea typeface="Nimbus Sans"/>
                <a:cs typeface="Nimbus Sans"/>
              </a:defRPr>
            </a:lvl3pPr>
            <a:lvl4pPr>
              <a:defRPr sz="1875" b="0">
                <a:solidFill>
                  <a:srgbClr val="08205E"/>
                </a:solidFill>
                <a:latin typeface="Nimbus Sans"/>
                <a:ea typeface="Nimbus Sans"/>
                <a:cs typeface="Nimbus Sans"/>
              </a:defRPr>
            </a:lvl4pPr>
            <a:lvl5pPr>
              <a:defRPr sz="1875" b="0">
                <a:solidFill>
                  <a:srgbClr val="08205E"/>
                </a:solidFill>
                <a:latin typeface="Nimbus Sans"/>
                <a:ea typeface="Nimbus Sans"/>
                <a:cs typeface="Nimbus Sans"/>
              </a:defRPr>
            </a:lvl5pPr>
            <a:lvl6pPr>
              <a:defRPr sz="1875" b="0">
                <a:solidFill>
                  <a:srgbClr val="08205E"/>
                </a:solidFill>
                <a:latin typeface="Nimbus Sans"/>
                <a:ea typeface="Nimbus Sans"/>
                <a:cs typeface="Nimbus Sans"/>
              </a:defRPr>
            </a:lvl6pPr>
            <a:lvl7pPr>
              <a:defRPr sz="1875" b="0">
                <a:solidFill>
                  <a:srgbClr val="08205E"/>
                </a:solidFill>
                <a:latin typeface="Nimbus Sans"/>
                <a:ea typeface="Nimbus Sans"/>
                <a:cs typeface="Nimbus Sans"/>
              </a:defRPr>
            </a:lvl7pPr>
            <a:lvl8pPr>
              <a:defRPr sz="1875" b="0">
                <a:solidFill>
                  <a:srgbClr val="08205E"/>
                </a:solidFill>
                <a:latin typeface="Nimbus Sans"/>
                <a:ea typeface="Nimbus Sans"/>
                <a:cs typeface="Nimbus Sans"/>
              </a:defRPr>
            </a:lvl8pPr>
            <a:lvl9pPr>
              <a:defRPr sz="1875" b="0">
                <a:solidFill>
                  <a:srgbClr val="08205E"/>
                </a:solidFill>
                <a:latin typeface="Nimbus Sans"/>
                <a:ea typeface="Nimbus Sans"/>
                <a:cs typeface="Nimbus Sans"/>
              </a:defRPr>
            </a:lvl9pPr>
          </a:lstStyle>
          <a:p>
            <a:pPr>
              <a:defRPr sz="1875" b="0">
                <a:solidFill>
                  <a:srgbClr val="08205E"/>
                </a:solidFill>
                <a:latin typeface="Nimbus Sans"/>
                <a:ea typeface="Nimbus Sans"/>
                <a:cs typeface="Nimbus Sans"/>
              </a:defRPr>
            </a:pPr>
            <a:r>
              <a:rPr sz="1875" b="0">
                <a:solidFill>
                  <a:srgbClr val="08205E"/>
                </a:solidFill>
                <a:latin typeface="Nimbus Sans"/>
                <a:ea typeface="Nimbus Sans"/>
                <a:cs typeface="Nimbus Sans"/>
              </a:rPr>
              <a:t>Group 12: Rasmus, Victor, Magnus &amp; Louise</a:t>
            </a:r>
          </a:p>
        </p:txBody>
      </p:sp>
    </p:spTree>
    <p:extLst>
      <p:ext uri="{BB962C8B-B14F-4D97-AF65-F5344CB8AC3E}">
        <p14:creationId xmlns:p14="http://schemas.microsoft.com/office/powerpoint/2010/main" val="10533312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 name="Billede 6">
            <a:extLst>
              <a:ext uri="{FF2B5EF4-FFF2-40B4-BE49-F238E27FC236}">
                <a16:creationId xmlns:a16="http://schemas.microsoft.com/office/drawing/2014/main" id="{AEC05008-279D-4A7A-8FDE-174C7AA2B4C5}"/>
              </a:ext>
            </a:extLst>
          </p:cNvPr>
          <p:cNvPicPr>
            <a:picLocks noChangeAspect="1"/>
          </p:cNvPicPr>
          <p:nvPr/>
        </p:nvPicPr>
        <p:blipFill>
          <a:blip r:embed="rId3"/>
          <a:stretch/>
        </p:blipFill>
        <p:spPr>
          <a:xfrm>
            <a:off x="2462" y="0"/>
            <a:ext cx="12187076" cy="6858000"/>
          </a:xfrm>
          <a:prstGeom prst="rect">
            <a:avLst/>
          </a:prstGeom>
        </p:spPr>
      </p:pic>
      <p:sp>
        <p:nvSpPr>
          <p:cNvPr id="2" name="content-background">
            <a:extLst>
              <a:ext uri="{FF2B5EF4-FFF2-40B4-BE49-F238E27FC236}">
                <a16:creationId xmlns:a16="http://schemas.microsoft.com/office/drawing/2014/main" id="{42C5296F-F8E7-4177-AC87-3039395D16FF}"/>
              </a:ext>
            </a:extLst>
          </p:cNvPr>
          <p:cNvSpPr>
            <a:spLocks noGrp="1"/>
          </p:cNvSpPr>
          <p:nvPr/>
        </p:nvSpPr>
        <p:spPr>
          <a:xfrm>
            <a:off x="333375" y="266700"/>
            <a:ext cx="11525250" cy="6324600"/>
          </a:xfrm>
          <a:prstGeom prst="rect">
            <a:avLst/>
          </a:prstGeom>
          <a:solidFill>
            <a:srgbClr val="FFFFFF"/>
          </a:solidFill>
          <a:ln w="0">
            <a:noFill/>
            <a:prstDash val="solid"/>
          </a:ln>
        </p:spPr>
        <p:txBody>
          <a:bodyPr/>
          <a:lstStyle/>
          <a:p>
            <a:endParaRPr lang="da-DK"/>
          </a:p>
        </p:txBody>
      </p:sp>
      <p:sp>
        <p:nvSpPr>
          <p:cNvPr id="3" name="text-1">
            <a:extLst>
              <a:ext uri="{FF2B5EF4-FFF2-40B4-BE49-F238E27FC236}">
                <a16:creationId xmlns:a16="http://schemas.microsoft.com/office/drawing/2014/main" id="{C7437445-FDCE-4F5B-BCC6-4C0994EACA09}"/>
              </a:ext>
            </a:extLst>
          </p:cNvPr>
          <p:cNvSpPr>
            <a:spLocks noGrp="1"/>
          </p:cNvSpPr>
          <p:nvPr/>
        </p:nvSpPr>
        <p:spPr>
          <a:xfrm>
            <a:off x="666750" y="542925"/>
            <a:ext cx="10858500" cy="876300"/>
          </a:xfrm>
          <a:prstGeom prst="rect">
            <a:avLst/>
          </a:prstGeom>
          <a:noFill/>
          <a:ln w="0">
            <a:noFill/>
            <a:prstDash val="solid"/>
          </a:ln>
        </p:spPr>
        <p:txBody>
          <a:bodyPr lIns="0" tIns="0" rIns="0" bIns="0" anchor="t"/>
          <a:lstStyle>
            <a:defPPr>
              <a:defRPr sz="3300" b="1">
                <a:solidFill>
                  <a:srgbClr val="08205E"/>
                </a:solidFill>
                <a:latin typeface="Nimbus Sans"/>
                <a:ea typeface="Nimbus Sans"/>
                <a:cs typeface="Nimbus Sans"/>
              </a:defRPr>
            </a:defPPr>
            <a:lvl1pPr>
              <a:defRPr sz="3300" b="1">
                <a:solidFill>
                  <a:srgbClr val="08205E"/>
                </a:solidFill>
                <a:latin typeface="Nimbus Sans"/>
                <a:ea typeface="Nimbus Sans"/>
                <a:cs typeface="Nimbus Sans"/>
              </a:defRPr>
            </a:lvl1pPr>
            <a:lvl2pPr>
              <a:defRPr sz="3300" b="1">
                <a:solidFill>
                  <a:srgbClr val="08205E"/>
                </a:solidFill>
                <a:latin typeface="Nimbus Sans"/>
                <a:ea typeface="Nimbus Sans"/>
                <a:cs typeface="Nimbus Sans"/>
              </a:defRPr>
            </a:lvl2pPr>
            <a:lvl3pPr>
              <a:defRPr sz="3300" b="1">
                <a:solidFill>
                  <a:srgbClr val="08205E"/>
                </a:solidFill>
                <a:latin typeface="Nimbus Sans"/>
                <a:ea typeface="Nimbus Sans"/>
                <a:cs typeface="Nimbus Sans"/>
              </a:defRPr>
            </a:lvl3pPr>
            <a:lvl4pPr>
              <a:defRPr sz="3300" b="1">
                <a:solidFill>
                  <a:srgbClr val="08205E"/>
                </a:solidFill>
                <a:latin typeface="Nimbus Sans"/>
                <a:ea typeface="Nimbus Sans"/>
                <a:cs typeface="Nimbus Sans"/>
              </a:defRPr>
            </a:lvl4pPr>
            <a:lvl5pPr>
              <a:defRPr sz="3300" b="1">
                <a:solidFill>
                  <a:srgbClr val="08205E"/>
                </a:solidFill>
                <a:latin typeface="Nimbus Sans"/>
                <a:ea typeface="Nimbus Sans"/>
                <a:cs typeface="Nimbus Sans"/>
              </a:defRPr>
            </a:lvl5pPr>
            <a:lvl6pPr>
              <a:defRPr sz="3300" b="1">
                <a:solidFill>
                  <a:srgbClr val="08205E"/>
                </a:solidFill>
                <a:latin typeface="Nimbus Sans"/>
                <a:ea typeface="Nimbus Sans"/>
                <a:cs typeface="Nimbus Sans"/>
              </a:defRPr>
            </a:lvl6pPr>
            <a:lvl7pPr>
              <a:defRPr sz="3300" b="1">
                <a:solidFill>
                  <a:srgbClr val="08205E"/>
                </a:solidFill>
                <a:latin typeface="Nimbus Sans"/>
                <a:ea typeface="Nimbus Sans"/>
                <a:cs typeface="Nimbus Sans"/>
              </a:defRPr>
            </a:lvl7pPr>
            <a:lvl8pPr>
              <a:defRPr sz="3300" b="1">
                <a:solidFill>
                  <a:srgbClr val="08205E"/>
                </a:solidFill>
                <a:latin typeface="Nimbus Sans"/>
                <a:ea typeface="Nimbus Sans"/>
                <a:cs typeface="Nimbus Sans"/>
              </a:defRPr>
            </a:lvl8pPr>
            <a:lvl9pPr>
              <a:defRPr sz="3300" b="1">
                <a:solidFill>
                  <a:srgbClr val="08205E"/>
                </a:solidFill>
                <a:latin typeface="Nimbus Sans"/>
                <a:ea typeface="Nimbus Sans"/>
                <a:cs typeface="Nimbus Sans"/>
              </a:defRPr>
            </a:lvl9pPr>
          </a:lstStyle>
          <a:p>
            <a:pPr>
              <a:defRPr sz="3300" b="1">
                <a:solidFill>
                  <a:srgbClr val="08205E"/>
                </a:solidFill>
                <a:latin typeface="Nimbus Sans"/>
                <a:ea typeface="Nimbus Sans"/>
                <a:cs typeface="Nimbus Sans"/>
              </a:defRPr>
            </a:pPr>
            <a:r>
              <a:rPr lang="da-DK"/>
              <a:t>Our</a:t>
            </a:r>
            <a:r>
              <a:rPr sz="3300" b="1">
                <a:solidFill>
                  <a:srgbClr val="08205E"/>
                </a:solidFill>
                <a:latin typeface="Nimbus Sans"/>
                <a:ea typeface="Nimbus Sans"/>
                <a:cs typeface="Nimbus Sans"/>
              </a:rPr>
              <a:t> information </a:t>
            </a:r>
            <a:r>
              <a:rPr lang="da-DK"/>
              <a:t>about you</a:t>
            </a:r>
            <a:endParaRPr sz="3300" b="1">
              <a:solidFill>
                <a:srgbClr val="08205E"/>
              </a:solidFill>
              <a:latin typeface="Nimbus Sans"/>
              <a:ea typeface="Nimbus Sans"/>
              <a:cs typeface="Nimbus Sans"/>
            </a:endParaRPr>
          </a:p>
        </p:txBody>
      </p:sp>
      <p:sp>
        <p:nvSpPr>
          <p:cNvPr id="4" name="text-2">
            <a:extLst>
              <a:ext uri="{FF2B5EF4-FFF2-40B4-BE49-F238E27FC236}">
                <a16:creationId xmlns:a16="http://schemas.microsoft.com/office/drawing/2014/main" id="{09F2376F-320C-4A7E-9983-EEFF30C6FF5D}"/>
              </a:ext>
            </a:extLst>
          </p:cNvPr>
          <p:cNvSpPr>
            <a:spLocks noGrp="1"/>
          </p:cNvSpPr>
          <p:nvPr/>
        </p:nvSpPr>
        <p:spPr>
          <a:xfrm>
            <a:off x="666750" y="6343650"/>
            <a:ext cx="8096250" cy="190500"/>
          </a:xfrm>
          <a:prstGeom prst="rect">
            <a:avLst/>
          </a:prstGeom>
          <a:noFill/>
          <a:ln w="0">
            <a:noFill/>
            <a:prstDash val="solid"/>
          </a:ln>
        </p:spPr>
        <p:txBody>
          <a:bodyPr lIns="0" tIns="0" rIns="0" bIns="0" anchor="t"/>
          <a:lstStyle>
            <a:defPPr>
              <a:defRPr sz="1125" b="0">
                <a:solidFill>
                  <a:srgbClr val="46536A"/>
                </a:solidFill>
                <a:latin typeface="Nimbus Sans"/>
                <a:ea typeface="Nimbus Sans"/>
                <a:cs typeface="Nimbus Sans"/>
              </a:defRPr>
            </a:defPPr>
            <a:lvl1pPr>
              <a:defRPr sz="1125" b="0">
                <a:solidFill>
                  <a:srgbClr val="46536A"/>
                </a:solidFill>
                <a:latin typeface="Nimbus Sans"/>
                <a:ea typeface="Nimbus Sans"/>
                <a:cs typeface="Nimbus Sans"/>
              </a:defRPr>
            </a:lvl1pPr>
            <a:lvl2pPr>
              <a:defRPr sz="1125" b="0">
                <a:solidFill>
                  <a:srgbClr val="46536A"/>
                </a:solidFill>
                <a:latin typeface="Nimbus Sans"/>
                <a:ea typeface="Nimbus Sans"/>
                <a:cs typeface="Nimbus Sans"/>
              </a:defRPr>
            </a:lvl2pPr>
            <a:lvl3pPr>
              <a:defRPr sz="1125" b="0">
                <a:solidFill>
                  <a:srgbClr val="46536A"/>
                </a:solidFill>
                <a:latin typeface="Nimbus Sans"/>
                <a:ea typeface="Nimbus Sans"/>
                <a:cs typeface="Nimbus Sans"/>
              </a:defRPr>
            </a:lvl3pPr>
            <a:lvl4pPr>
              <a:defRPr sz="1125" b="0">
                <a:solidFill>
                  <a:srgbClr val="46536A"/>
                </a:solidFill>
                <a:latin typeface="Nimbus Sans"/>
                <a:ea typeface="Nimbus Sans"/>
                <a:cs typeface="Nimbus Sans"/>
              </a:defRPr>
            </a:lvl4pPr>
            <a:lvl5pPr>
              <a:defRPr sz="1125" b="0">
                <a:solidFill>
                  <a:srgbClr val="46536A"/>
                </a:solidFill>
                <a:latin typeface="Nimbus Sans"/>
                <a:ea typeface="Nimbus Sans"/>
                <a:cs typeface="Nimbus Sans"/>
              </a:defRPr>
            </a:lvl5pPr>
            <a:lvl6pPr>
              <a:defRPr sz="1125" b="0">
                <a:solidFill>
                  <a:srgbClr val="46536A"/>
                </a:solidFill>
                <a:latin typeface="Nimbus Sans"/>
                <a:ea typeface="Nimbus Sans"/>
                <a:cs typeface="Nimbus Sans"/>
              </a:defRPr>
            </a:lvl6pPr>
            <a:lvl7pPr>
              <a:defRPr sz="1125" b="0">
                <a:solidFill>
                  <a:srgbClr val="46536A"/>
                </a:solidFill>
                <a:latin typeface="Nimbus Sans"/>
                <a:ea typeface="Nimbus Sans"/>
                <a:cs typeface="Nimbus Sans"/>
              </a:defRPr>
            </a:lvl7pPr>
            <a:lvl8pPr>
              <a:defRPr sz="1125" b="0">
                <a:solidFill>
                  <a:srgbClr val="46536A"/>
                </a:solidFill>
                <a:latin typeface="Nimbus Sans"/>
                <a:ea typeface="Nimbus Sans"/>
                <a:cs typeface="Nimbus Sans"/>
              </a:defRPr>
            </a:lvl8pPr>
            <a:lvl9pPr>
              <a:defRPr sz="1125" b="0">
                <a:solidFill>
                  <a:srgbClr val="46536A"/>
                </a:solidFill>
                <a:latin typeface="Nimbus Sans"/>
                <a:ea typeface="Nimbus Sans"/>
                <a:cs typeface="Nimbus Sans"/>
              </a:defRPr>
            </a:lvl9pPr>
          </a:lstStyle>
          <a:p>
            <a:pPr>
              <a:defRPr sz="1125" b="0">
                <a:solidFill>
                  <a:srgbClr val="46536A"/>
                </a:solidFill>
                <a:latin typeface="Nimbus Sans"/>
                <a:ea typeface="Nimbus Sans"/>
                <a:cs typeface="Nimbus Sans"/>
              </a:defRPr>
            </a:pPr>
            <a:r>
              <a:rPr sz="1125" b="0">
                <a:solidFill>
                  <a:srgbClr val="46536A"/>
                </a:solidFill>
                <a:latin typeface="Nimbus Sans"/>
                <a:ea typeface="Nimbus Sans"/>
                <a:cs typeface="Nimbus Sans"/>
              </a:rPr>
              <a:t>3 Patient   /   3</a:t>
            </a:r>
          </a:p>
        </p:txBody>
      </p:sp>
      <p:graphicFrame>
        <p:nvGraphicFramePr>
          <p:cNvPr id="5" name="Tabel 4">
            <a:extLst>
              <a:ext uri="{FF2B5EF4-FFF2-40B4-BE49-F238E27FC236}">
                <a16:creationId xmlns:a16="http://schemas.microsoft.com/office/drawing/2014/main" id="{237EFA3B-CBCF-43D3-B5B4-D22D14B28D65}"/>
              </a:ext>
            </a:extLst>
          </p:cNvPr>
          <p:cNvGraphicFramePr/>
          <p:nvPr/>
        </p:nvGraphicFramePr>
        <p:xfrm>
          <a:off x="666750" y="1666875"/>
          <a:ext cx="10858500" cy="3524250"/>
        </p:xfrm>
        <a:graphic>
          <a:graphicData uri="http://schemas.openxmlformats.org/drawingml/2006/table">
            <a:tbl>
              <a:tblPr/>
              <a:tblGrid>
                <a:gridCol w="4953000">
                  <a:extLst>
                    <a:ext uri="{9D8B030D-6E8A-4147-A177-3AD203B41FA5}">
                      <a16:colId xmlns:a16="http://schemas.microsoft.com/office/drawing/2014/main" val="20000"/>
                    </a:ext>
                  </a:extLst>
                </a:gridCol>
                <a:gridCol w="5905500">
                  <a:extLst>
                    <a:ext uri="{9D8B030D-6E8A-4147-A177-3AD203B41FA5}">
                      <a16:colId xmlns:a16="http://schemas.microsoft.com/office/drawing/2014/main" val="20001"/>
                    </a:ext>
                  </a:extLst>
                </a:gridCol>
              </a:tblGrid>
              <a:tr h="587375">
                <a:tc>
                  <a:txBody>
                    <a:bodyPr/>
                    <a:lstStyle/>
                    <a:p>
                      <a:r>
                        <a:rPr sz="2100" b="1">
                          <a:solidFill>
                            <a:srgbClr val="FFFFFF"/>
                          </a:solidFill>
                          <a:latin typeface="Nimbus Sans"/>
                          <a:ea typeface="Nimbus Sans"/>
                          <a:cs typeface="Nimbus Sans"/>
                        </a:rPr>
                        <a:t>Recorded information</a:t>
                      </a:r>
                    </a:p>
                  </a:txBody>
                  <a:tcPr>
                    <a:lnL w="9525">
                      <a:solidFill>
                        <a:srgbClr val="D5DEEF"/>
                      </a:solidFill>
                      <a:prstDash val="solid"/>
                    </a:lnL>
                    <a:lnR w="9525">
                      <a:solidFill>
                        <a:srgbClr val="D5DEEF"/>
                      </a:solidFill>
                      <a:prstDash val="solid"/>
                    </a:lnR>
                    <a:lnT w="9525">
                      <a:solidFill>
                        <a:srgbClr val="D5DEEF"/>
                      </a:solidFill>
                      <a:prstDash val="solid"/>
                    </a:lnT>
                    <a:lnB w="9525">
                      <a:solidFill>
                        <a:srgbClr val="D5DEEF"/>
                      </a:solidFill>
                      <a:prstDash val="solid"/>
                    </a:lnB>
                    <a:solidFill>
                      <a:srgbClr val="3B5DAE"/>
                    </a:solidFill>
                  </a:tcPr>
                </a:tc>
                <a:tc>
                  <a:txBody>
                    <a:bodyPr/>
                    <a:lstStyle/>
                    <a:p>
                      <a:r>
                        <a:rPr sz="2100" b="1">
                          <a:solidFill>
                            <a:srgbClr val="FFFFFF"/>
                          </a:solidFill>
                          <a:latin typeface="Nimbus Sans"/>
                          <a:ea typeface="Nimbus Sans"/>
                          <a:cs typeface="Nimbus Sans"/>
                        </a:rPr>
                        <a:t>Example person</a:t>
                      </a:r>
                    </a:p>
                  </a:txBody>
                  <a:tcPr>
                    <a:lnL w="9525" cap="flat" cmpd="sng" algn="ctr">
                      <a:solidFill>
                        <a:srgbClr val="D5DEEF"/>
                      </a:solidFill>
                      <a:prstDash val="solid"/>
                      <a:round/>
                      <a:headEnd type="none" w="med" len="med"/>
                      <a:tailEnd type="none" w="med" len="med"/>
                    </a:lnL>
                    <a:lnR w="9525">
                      <a:solidFill>
                        <a:srgbClr val="D5DEEF"/>
                      </a:solidFill>
                      <a:prstDash val="solid"/>
                    </a:lnR>
                    <a:lnT w="9525">
                      <a:solidFill>
                        <a:srgbClr val="D5DEEF"/>
                      </a:solidFill>
                      <a:prstDash val="solid"/>
                    </a:lnT>
                    <a:lnB w="9525">
                      <a:solidFill>
                        <a:srgbClr val="D5DEEF"/>
                      </a:solidFill>
                      <a:prstDash val="solid"/>
                    </a:lnB>
                    <a:solidFill>
                      <a:srgbClr val="3B5DAE"/>
                    </a:solidFill>
                  </a:tcPr>
                </a:tc>
                <a:extLst>
                  <a:ext uri="{0D108BD9-81ED-4DB2-BD59-A6C34878D82A}">
                    <a16:rowId xmlns:a16="http://schemas.microsoft.com/office/drawing/2014/main" val="10000"/>
                  </a:ext>
                </a:extLst>
              </a:tr>
              <a:tr h="587375">
                <a:tc>
                  <a:txBody>
                    <a:bodyPr/>
                    <a:lstStyle/>
                    <a:p>
                      <a:r>
                        <a:rPr sz="2100" b="0">
                          <a:solidFill>
                            <a:srgbClr val="08205E"/>
                          </a:solidFill>
                          <a:latin typeface="Nimbus Sans"/>
                          <a:ea typeface="Nimbus Sans"/>
                          <a:cs typeface="Nimbus Sans"/>
                        </a:rPr>
                        <a:t>Age</a:t>
                      </a:r>
                    </a:p>
                  </a:txBody>
                  <a:tcPr>
                    <a:lnL w="9525">
                      <a:solidFill>
                        <a:srgbClr val="D5DEEF"/>
                      </a:solidFill>
                      <a:prstDash val="solid"/>
                    </a:lnL>
                    <a:lnR w="9525">
                      <a:solidFill>
                        <a:srgbClr val="D5DEEF"/>
                      </a:solidFill>
                      <a:prstDash val="solid"/>
                    </a:lnR>
                    <a:lnT w="9525" cap="flat" cmpd="sng" algn="ctr">
                      <a:solidFill>
                        <a:srgbClr val="D5DEEF"/>
                      </a:solidFill>
                      <a:prstDash val="solid"/>
                      <a:round/>
                      <a:headEnd type="none" w="med" len="med"/>
                      <a:tailEnd type="none" w="med" len="med"/>
                    </a:lnT>
                    <a:lnB w="9525">
                      <a:solidFill>
                        <a:srgbClr val="D5DEEF"/>
                      </a:solidFill>
                      <a:prstDash val="solid"/>
                    </a:lnB>
                    <a:solidFill>
                      <a:srgbClr val="F2F6FC"/>
                    </a:solidFill>
                  </a:tcPr>
                </a:tc>
                <a:tc>
                  <a:txBody>
                    <a:bodyPr/>
                    <a:lstStyle/>
                    <a:p>
                      <a:r>
                        <a:rPr sz="2100" b="0">
                          <a:solidFill>
                            <a:srgbClr val="08205E"/>
                          </a:solidFill>
                          <a:latin typeface="Nimbus Sans"/>
                          <a:ea typeface="Nimbus Sans"/>
                          <a:cs typeface="Nimbus Sans"/>
                        </a:rPr>
                        <a:t>65–69 years</a:t>
                      </a:r>
                    </a:p>
                  </a:txBody>
                  <a:tcPr>
                    <a:lnL w="9525" cap="flat" cmpd="sng" algn="ctr">
                      <a:solidFill>
                        <a:srgbClr val="D5DEEF"/>
                      </a:solidFill>
                      <a:prstDash val="solid"/>
                      <a:round/>
                      <a:headEnd type="none" w="med" len="med"/>
                      <a:tailEnd type="none" w="med" len="med"/>
                    </a:lnL>
                    <a:lnR w="9525">
                      <a:solidFill>
                        <a:srgbClr val="D5DEEF"/>
                      </a:solidFill>
                      <a:prstDash val="solid"/>
                    </a:lnR>
                    <a:lnT w="9525" cap="flat" cmpd="sng" algn="ctr">
                      <a:solidFill>
                        <a:srgbClr val="D5DEEF"/>
                      </a:solidFill>
                      <a:prstDash val="solid"/>
                      <a:round/>
                      <a:headEnd type="none" w="med" len="med"/>
                      <a:tailEnd type="none" w="med" len="med"/>
                    </a:lnT>
                    <a:lnB w="9525">
                      <a:solidFill>
                        <a:srgbClr val="D5DEEF"/>
                      </a:solidFill>
                      <a:prstDash val="solid"/>
                    </a:lnB>
                    <a:solidFill>
                      <a:srgbClr val="F2F6FC"/>
                    </a:solidFill>
                  </a:tcPr>
                </a:tc>
                <a:extLst>
                  <a:ext uri="{0D108BD9-81ED-4DB2-BD59-A6C34878D82A}">
                    <a16:rowId xmlns:a16="http://schemas.microsoft.com/office/drawing/2014/main" val="10001"/>
                  </a:ext>
                </a:extLst>
              </a:tr>
              <a:tr h="587375">
                <a:tc>
                  <a:txBody>
                    <a:bodyPr/>
                    <a:lstStyle/>
                    <a:p>
                      <a:r>
                        <a:rPr sz="2100" b="0">
                          <a:solidFill>
                            <a:srgbClr val="08205E"/>
                          </a:solidFill>
                          <a:latin typeface="Nimbus Sans"/>
                          <a:ea typeface="Nimbus Sans"/>
                          <a:cs typeface="Nimbus Sans"/>
                        </a:rPr>
                        <a:t>Body mass index</a:t>
                      </a:r>
                    </a:p>
                  </a:txBody>
                  <a:tcPr>
                    <a:lnL w="9525">
                      <a:solidFill>
                        <a:srgbClr val="D5DEEF"/>
                      </a:solidFill>
                      <a:prstDash val="solid"/>
                    </a:lnL>
                    <a:lnR w="9525">
                      <a:solidFill>
                        <a:srgbClr val="D5DEEF"/>
                      </a:solidFill>
                      <a:prstDash val="solid"/>
                    </a:lnR>
                    <a:lnT w="9525" cap="flat" cmpd="sng" algn="ctr">
                      <a:solidFill>
                        <a:srgbClr val="D5DEEF"/>
                      </a:solidFill>
                      <a:prstDash val="solid"/>
                      <a:round/>
                      <a:headEnd type="none" w="med" len="med"/>
                      <a:tailEnd type="none" w="med" len="med"/>
                    </a:lnT>
                    <a:lnB w="9525">
                      <a:solidFill>
                        <a:srgbClr val="D5DEEF"/>
                      </a:solidFill>
                      <a:prstDash val="solid"/>
                    </a:lnB>
                    <a:solidFill>
                      <a:srgbClr val="FFFFFF"/>
                    </a:solidFill>
                  </a:tcPr>
                </a:tc>
                <a:tc>
                  <a:txBody>
                    <a:bodyPr/>
                    <a:lstStyle/>
                    <a:p>
                      <a:r>
                        <a:rPr sz="2100" b="0">
                          <a:solidFill>
                            <a:srgbClr val="08205E"/>
                          </a:solidFill>
                          <a:latin typeface="Nimbus Sans"/>
                          <a:ea typeface="Nimbus Sans"/>
                          <a:cs typeface="Nimbus Sans"/>
                        </a:rPr>
                        <a:t>53</a:t>
                      </a:r>
                    </a:p>
                  </a:txBody>
                  <a:tcPr>
                    <a:lnL w="9525" cap="flat" cmpd="sng" algn="ctr">
                      <a:solidFill>
                        <a:srgbClr val="D5DEEF"/>
                      </a:solidFill>
                      <a:prstDash val="solid"/>
                      <a:round/>
                      <a:headEnd type="none" w="med" len="med"/>
                      <a:tailEnd type="none" w="med" len="med"/>
                    </a:lnL>
                    <a:lnR w="9525">
                      <a:solidFill>
                        <a:srgbClr val="D5DEEF"/>
                      </a:solidFill>
                      <a:prstDash val="solid"/>
                    </a:lnR>
                    <a:lnT w="9525" cap="flat" cmpd="sng" algn="ctr">
                      <a:solidFill>
                        <a:srgbClr val="D5DEEF"/>
                      </a:solidFill>
                      <a:prstDash val="solid"/>
                      <a:round/>
                      <a:headEnd type="none" w="med" len="med"/>
                      <a:tailEnd type="none" w="med" len="med"/>
                    </a:lnT>
                    <a:lnB w="9525">
                      <a:solidFill>
                        <a:srgbClr val="D5DEEF"/>
                      </a:solidFill>
                      <a:prstDash val="solid"/>
                    </a:lnB>
                    <a:solidFill>
                      <a:srgbClr val="FFFFFF"/>
                    </a:solidFill>
                  </a:tcPr>
                </a:tc>
                <a:extLst>
                  <a:ext uri="{0D108BD9-81ED-4DB2-BD59-A6C34878D82A}">
                    <a16:rowId xmlns:a16="http://schemas.microsoft.com/office/drawing/2014/main" val="10002"/>
                  </a:ext>
                </a:extLst>
              </a:tr>
              <a:tr h="587375">
                <a:tc>
                  <a:txBody>
                    <a:bodyPr/>
                    <a:lstStyle/>
                    <a:p>
                      <a:r>
                        <a:rPr sz="2100" b="0">
                          <a:solidFill>
                            <a:srgbClr val="08205E"/>
                          </a:solidFill>
                          <a:latin typeface="Nimbus Sans"/>
                          <a:ea typeface="Nimbus Sans"/>
                          <a:cs typeface="Nimbus Sans"/>
                        </a:rPr>
                        <a:t>Blood pressure / cholesterol</a:t>
                      </a:r>
                    </a:p>
                  </a:txBody>
                  <a:tcPr>
                    <a:lnL w="9525">
                      <a:solidFill>
                        <a:srgbClr val="D5DEEF"/>
                      </a:solidFill>
                      <a:prstDash val="solid"/>
                    </a:lnL>
                    <a:lnR w="9525">
                      <a:solidFill>
                        <a:srgbClr val="D5DEEF"/>
                      </a:solidFill>
                      <a:prstDash val="solid"/>
                    </a:lnR>
                    <a:lnT w="9525" cap="flat" cmpd="sng" algn="ctr">
                      <a:solidFill>
                        <a:srgbClr val="D5DEEF"/>
                      </a:solidFill>
                      <a:prstDash val="solid"/>
                      <a:round/>
                      <a:headEnd type="none" w="med" len="med"/>
                      <a:tailEnd type="none" w="med" len="med"/>
                    </a:lnT>
                    <a:lnB w="9525">
                      <a:solidFill>
                        <a:srgbClr val="D5DEEF"/>
                      </a:solidFill>
                      <a:prstDash val="solid"/>
                    </a:lnB>
                    <a:solidFill>
                      <a:srgbClr val="F2F6FC"/>
                    </a:solidFill>
                  </a:tcPr>
                </a:tc>
                <a:tc>
                  <a:txBody>
                    <a:bodyPr/>
                    <a:lstStyle/>
                    <a:p>
                      <a:r>
                        <a:rPr sz="2100" b="0">
                          <a:solidFill>
                            <a:srgbClr val="08205E"/>
                          </a:solidFill>
                          <a:latin typeface="Nimbus Sans"/>
                          <a:ea typeface="Nimbus Sans"/>
                          <a:cs typeface="Nimbus Sans"/>
                        </a:rPr>
                        <a:t>Both reported high</a:t>
                      </a:r>
                    </a:p>
                  </a:txBody>
                  <a:tcPr>
                    <a:lnL w="9525" cap="flat" cmpd="sng" algn="ctr">
                      <a:solidFill>
                        <a:srgbClr val="D5DEEF"/>
                      </a:solidFill>
                      <a:prstDash val="solid"/>
                      <a:round/>
                      <a:headEnd type="none" w="med" len="med"/>
                      <a:tailEnd type="none" w="med" len="med"/>
                    </a:lnL>
                    <a:lnR w="9525">
                      <a:solidFill>
                        <a:srgbClr val="D5DEEF"/>
                      </a:solidFill>
                      <a:prstDash val="solid"/>
                    </a:lnR>
                    <a:lnT w="9525" cap="flat" cmpd="sng" algn="ctr">
                      <a:solidFill>
                        <a:srgbClr val="D5DEEF"/>
                      </a:solidFill>
                      <a:prstDash val="solid"/>
                      <a:round/>
                      <a:headEnd type="none" w="med" len="med"/>
                      <a:tailEnd type="none" w="med" len="med"/>
                    </a:lnT>
                    <a:lnB w="9525">
                      <a:solidFill>
                        <a:srgbClr val="D5DEEF"/>
                      </a:solidFill>
                      <a:prstDash val="solid"/>
                    </a:lnB>
                    <a:solidFill>
                      <a:srgbClr val="F2F6FC"/>
                    </a:solidFill>
                  </a:tcPr>
                </a:tc>
                <a:extLst>
                  <a:ext uri="{0D108BD9-81ED-4DB2-BD59-A6C34878D82A}">
                    <a16:rowId xmlns:a16="http://schemas.microsoft.com/office/drawing/2014/main" val="10003"/>
                  </a:ext>
                </a:extLst>
              </a:tr>
              <a:tr h="587375">
                <a:tc>
                  <a:txBody>
                    <a:bodyPr/>
                    <a:lstStyle/>
                    <a:p>
                      <a:r>
                        <a:rPr sz="2100" b="0">
                          <a:solidFill>
                            <a:srgbClr val="08205E"/>
                          </a:solidFill>
                          <a:latin typeface="Nimbus Sans"/>
                          <a:ea typeface="Nimbus Sans"/>
                          <a:cs typeface="Nimbus Sans"/>
                        </a:rPr>
                        <a:t>General health</a:t>
                      </a:r>
                    </a:p>
                  </a:txBody>
                  <a:tcPr>
                    <a:lnL w="9525">
                      <a:solidFill>
                        <a:srgbClr val="D5DEEF"/>
                      </a:solidFill>
                      <a:prstDash val="solid"/>
                    </a:lnL>
                    <a:lnR w="9525">
                      <a:solidFill>
                        <a:srgbClr val="D5DEEF"/>
                      </a:solidFill>
                      <a:prstDash val="solid"/>
                    </a:lnR>
                    <a:lnT w="9525" cap="flat" cmpd="sng" algn="ctr">
                      <a:solidFill>
                        <a:srgbClr val="D5DEEF"/>
                      </a:solidFill>
                      <a:prstDash val="solid"/>
                      <a:round/>
                      <a:headEnd type="none" w="med" len="med"/>
                      <a:tailEnd type="none" w="med" len="med"/>
                    </a:lnT>
                    <a:lnB w="9525">
                      <a:solidFill>
                        <a:srgbClr val="D5DEEF"/>
                      </a:solidFill>
                      <a:prstDash val="solid"/>
                    </a:lnB>
                    <a:solidFill>
                      <a:srgbClr val="FFFFFF"/>
                    </a:solidFill>
                  </a:tcPr>
                </a:tc>
                <a:tc>
                  <a:txBody>
                    <a:bodyPr/>
                    <a:lstStyle/>
                    <a:p>
                      <a:r>
                        <a:rPr sz="2100" b="0">
                          <a:solidFill>
                            <a:srgbClr val="08205E"/>
                          </a:solidFill>
                          <a:latin typeface="Nimbus Sans"/>
                          <a:ea typeface="Nimbus Sans"/>
                          <a:cs typeface="Nimbus Sans"/>
                        </a:rPr>
                        <a:t>Fair</a:t>
                      </a:r>
                    </a:p>
                  </a:txBody>
                  <a:tcPr>
                    <a:lnL w="9525" cap="flat" cmpd="sng" algn="ctr">
                      <a:solidFill>
                        <a:srgbClr val="D5DEEF"/>
                      </a:solidFill>
                      <a:prstDash val="solid"/>
                      <a:round/>
                      <a:headEnd type="none" w="med" len="med"/>
                      <a:tailEnd type="none" w="med" len="med"/>
                    </a:lnL>
                    <a:lnR w="9525">
                      <a:solidFill>
                        <a:srgbClr val="D5DEEF"/>
                      </a:solidFill>
                      <a:prstDash val="solid"/>
                    </a:lnR>
                    <a:lnT w="9525" cap="flat" cmpd="sng" algn="ctr">
                      <a:solidFill>
                        <a:srgbClr val="D5DEEF"/>
                      </a:solidFill>
                      <a:prstDash val="solid"/>
                      <a:round/>
                      <a:headEnd type="none" w="med" len="med"/>
                      <a:tailEnd type="none" w="med" len="med"/>
                    </a:lnT>
                    <a:lnB w="9525">
                      <a:solidFill>
                        <a:srgbClr val="D5DEEF"/>
                      </a:solidFill>
                      <a:prstDash val="solid"/>
                    </a:lnB>
                    <a:solidFill>
                      <a:srgbClr val="FFFFFF"/>
                    </a:solidFill>
                  </a:tcPr>
                </a:tc>
                <a:extLst>
                  <a:ext uri="{0D108BD9-81ED-4DB2-BD59-A6C34878D82A}">
                    <a16:rowId xmlns:a16="http://schemas.microsoft.com/office/drawing/2014/main" val="10004"/>
                  </a:ext>
                </a:extLst>
              </a:tr>
              <a:tr h="587375">
                <a:tc>
                  <a:txBody>
                    <a:bodyPr/>
                    <a:lstStyle/>
                    <a:p>
                      <a:r>
                        <a:rPr sz="2100" b="0">
                          <a:solidFill>
                            <a:srgbClr val="08205E"/>
                          </a:solidFill>
                          <a:latin typeface="Nimbus Sans"/>
                          <a:ea typeface="Nimbus Sans"/>
                          <a:cs typeface="Nimbus Sans"/>
                        </a:rPr>
                        <a:t>Daily barriers</a:t>
                      </a:r>
                    </a:p>
                  </a:txBody>
                  <a:tcPr>
                    <a:lnL w="9525">
                      <a:solidFill>
                        <a:srgbClr val="D5DEEF"/>
                      </a:solidFill>
                      <a:prstDash val="solid"/>
                    </a:lnL>
                    <a:lnR w="9525">
                      <a:solidFill>
                        <a:srgbClr val="D5DEEF"/>
                      </a:solidFill>
                      <a:prstDash val="solid"/>
                    </a:lnR>
                    <a:lnT w="9525" cap="flat" cmpd="sng" algn="ctr">
                      <a:solidFill>
                        <a:srgbClr val="D5DEEF"/>
                      </a:solidFill>
                      <a:prstDash val="solid"/>
                      <a:round/>
                      <a:headEnd type="none" w="med" len="med"/>
                      <a:tailEnd type="none" w="med" len="med"/>
                    </a:lnT>
                    <a:lnB w="9525">
                      <a:solidFill>
                        <a:srgbClr val="D5DEEF"/>
                      </a:solidFill>
                      <a:prstDash val="solid"/>
                    </a:lnB>
                    <a:solidFill>
                      <a:srgbClr val="F2F6FC"/>
                    </a:solidFill>
                  </a:tcPr>
                </a:tc>
                <a:tc>
                  <a:txBody>
                    <a:bodyPr/>
                    <a:lstStyle/>
                    <a:p>
                      <a:r>
                        <a:rPr sz="2100" b="0">
                          <a:solidFill>
                            <a:srgbClr val="08205E"/>
                          </a:solidFill>
                          <a:latin typeface="Nimbus Sans"/>
                          <a:ea typeface="Nimbus Sans"/>
                          <a:cs typeface="Nimbus Sans"/>
                        </a:rPr>
                        <a:t>Difficulty walking and cost barriers to care</a:t>
                      </a:r>
                    </a:p>
                  </a:txBody>
                  <a:tcPr>
                    <a:lnL w="9525" cap="flat" cmpd="sng" algn="ctr">
                      <a:solidFill>
                        <a:srgbClr val="D5DEEF"/>
                      </a:solidFill>
                      <a:prstDash val="solid"/>
                      <a:round/>
                      <a:headEnd type="none" w="med" len="med"/>
                      <a:tailEnd type="none" w="med" len="med"/>
                    </a:lnL>
                    <a:lnR w="9525">
                      <a:solidFill>
                        <a:srgbClr val="D5DEEF"/>
                      </a:solidFill>
                      <a:prstDash val="solid"/>
                    </a:lnR>
                    <a:lnT w="9525" cap="flat" cmpd="sng" algn="ctr">
                      <a:solidFill>
                        <a:srgbClr val="D5DEEF"/>
                      </a:solidFill>
                      <a:prstDash val="solid"/>
                      <a:round/>
                      <a:headEnd type="none" w="med" len="med"/>
                      <a:tailEnd type="none" w="med" len="med"/>
                    </a:lnT>
                    <a:lnB w="9525">
                      <a:solidFill>
                        <a:srgbClr val="D5DEEF"/>
                      </a:solidFill>
                      <a:prstDash val="solid"/>
                    </a:lnB>
                    <a:solidFill>
                      <a:srgbClr val="F2F6FC"/>
                    </a:solidFill>
                  </a:tcPr>
                </a:tc>
                <a:extLst>
                  <a:ext uri="{0D108BD9-81ED-4DB2-BD59-A6C34878D82A}">
                    <a16:rowId xmlns:a16="http://schemas.microsoft.com/office/drawing/2014/main" val="10005"/>
                  </a:ext>
                </a:extLst>
              </a:tr>
            </a:tbl>
          </a:graphicData>
        </a:graphic>
      </p:graphicFrame>
      <p:sp>
        <p:nvSpPr>
          <p:cNvPr id="6" name="text-3">
            <a:extLst>
              <a:ext uri="{FF2B5EF4-FFF2-40B4-BE49-F238E27FC236}">
                <a16:creationId xmlns:a16="http://schemas.microsoft.com/office/drawing/2014/main" id="{E0720C09-8FDE-48BD-B0E3-4E63EE22F698}"/>
              </a:ext>
            </a:extLst>
          </p:cNvPr>
          <p:cNvSpPr>
            <a:spLocks noGrp="1"/>
          </p:cNvSpPr>
          <p:nvPr/>
        </p:nvSpPr>
        <p:spPr>
          <a:xfrm>
            <a:off x="714375" y="5572125"/>
            <a:ext cx="10572750" cy="571500"/>
          </a:xfrm>
          <a:prstGeom prst="rect">
            <a:avLst/>
          </a:prstGeom>
          <a:noFill/>
          <a:ln w="0">
            <a:noFill/>
            <a:prstDash val="solid"/>
          </a:ln>
        </p:spPr>
        <p:txBody>
          <a:bodyPr lIns="0" tIns="0" rIns="0" bIns="0" anchor="t"/>
          <a:lstStyle>
            <a:defPPr>
              <a:defRPr sz="2700" b="1">
                <a:solidFill>
                  <a:srgbClr val="08205E"/>
                </a:solidFill>
                <a:latin typeface="Nimbus Sans"/>
                <a:ea typeface="Nimbus Sans"/>
                <a:cs typeface="Nimbus Sans"/>
              </a:defRPr>
            </a:defPPr>
            <a:lvl1pPr>
              <a:defRPr sz="2700" b="1">
                <a:solidFill>
                  <a:srgbClr val="08205E"/>
                </a:solidFill>
                <a:latin typeface="Nimbus Sans"/>
                <a:ea typeface="Nimbus Sans"/>
                <a:cs typeface="Nimbus Sans"/>
              </a:defRPr>
            </a:lvl1pPr>
            <a:lvl2pPr>
              <a:defRPr sz="2700" b="1">
                <a:solidFill>
                  <a:srgbClr val="08205E"/>
                </a:solidFill>
                <a:latin typeface="Nimbus Sans"/>
                <a:ea typeface="Nimbus Sans"/>
                <a:cs typeface="Nimbus Sans"/>
              </a:defRPr>
            </a:lvl2pPr>
            <a:lvl3pPr>
              <a:defRPr sz="2700" b="1">
                <a:solidFill>
                  <a:srgbClr val="08205E"/>
                </a:solidFill>
                <a:latin typeface="Nimbus Sans"/>
                <a:ea typeface="Nimbus Sans"/>
                <a:cs typeface="Nimbus Sans"/>
              </a:defRPr>
            </a:lvl3pPr>
            <a:lvl4pPr>
              <a:defRPr sz="2700" b="1">
                <a:solidFill>
                  <a:srgbClr val="08205E"/>
                </a:solidFill>
                <a:latin typeface="Nimbus Sans"/>
                <a:ea typeface="Nimbus Sans"/>
                <a:cs typeface="Nimbus Sans"/>
              </a:defRPr>
            </a:lvl4pPr>
            <a:lvl5pPr>
              <a:defRPr sz="2700" b="1">
                <a:solidFill>
                  <a:srgbClr val="08205E"/>
                </a:solidFill>
                <a:latin typeface="Nimbus Sans"/>
                <a:ea typeface="Nimbus Sans"/>
                <a:cs typeface="Nimbus Sans"/>
              </a:defRPr>
            </a:lvl5pPr>
            <a:lvl6pPr>
              <a:defRPr sz="2700" b="1">
                <a:solidFill>
                  <a:srgbClr val="08205E"/>
                </a:solidFill>
                <a:latin typeface="Nimbus Sans"/>
                <a:ea typeface="Nimbus Sans"/>
                <a:cs typeface="Nimbus Sans"/>
              </a:defRPr>
            </a:lvl6pPr>
            <a:lvl7pPr>
              <a:defRPr sz="2700" b="1">
                <a:solidFill>
                  <a:srgbClr val="08205E"/>
                </a:solidFill>
                <a:latin typeface="Nimbus Sans"/>
                <a:ea typeface="Nimbus Sans"/>
                <a:cs typeface="Nimbus Sans"/>
              </a:defRPr>
            </a:lvl7pPr>
            <a:lvl8pPr>
              <a:defRPr sz="2700" b="1">
                <a:solidFill>
                  <a:srgbClr val="08205E"/>
                </a:solidFill>
                <a:latin typeface="Nimbus Sans"/>
                <a:ea typeface="Nimbus Sans"/>
                <a:cs typeface="Nimbus Sans"/>
              </a:defRPr>
            </a:lvl8pPr>
            <a:lvl9pPr>
              <a:defRPr sz="2700" b="1">
                <a:solidFill>
                  <a:srgbClr val="08205E"/>
                </a:solidFill>
                <a:latin typeface="Nimbus Sans"/>
                <a:ea typeface="Nimbus Sans"/>
                <a:cs typeface="Nimbus Sans"/>
              </a:defRPr>
            </a:lvl9pPr>
          </a:lstStyle>
          <a:p>
            <a:pPr>
              <a:defRPr sz="2700" b="1">
                <a:solidFill>
                  <a:srgbClr val="08205E"/>
                </a:solidFill>
                <a:latin typeface="Nimbus Sans"/>
                <a:ea typeface="Nimbus Sans"/>
                <a:cs typeface="Nimbus Sans"/>
              </a:defRPr>
            </a:pPr>
            <a:r>
              <a:rPr lang="da-DK"/>
              <a:t>What does this say about our prediction</a:t>
            </a:r>
            <a:r>
              <a:rPr sz="2700" b="1">
                <a:solidFill>
                  <a:srgbClr val="08205E"/>
                </a:solidFill>
                <a:latin typeface="Nimbus Sans"/>
                <a:ea typeface="Nimbus Sans"/>
                <a:cs typeface="Nimbus Sans"/>
              </a:rPr>
              <a:t>?</a:t>
            </a:r>
          </a:p>
        </p:txBody>
      </p:sp>
    </p:spTree>
    <p:extLst>
      <p:ext uri="{BB962C8B-B14F-4D97-AF65-F5344CB8AC3E}">
        <p14:creationId xmlns:p14="http://schemas.microsoft.com/office/powerpoint/2010/main" val="1660313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 name="Billede 8">
            <a:extLst>
              <a:ext uri="{FF2B5EF4-FFF2-40B4-BE49-F238E27FC236}">
                <a16:creationId xmlns:a16="http://schemas.microsoft.com/office/drawing/2014/main" id="{F24F747E-293E-4F3B-9617-163A84305A47}"/>
              </a:ext>
            </a:extLst>
          </p:cNvPr>
          <p:cNvPicPr>
            <a:picLocks noChangeAspect="1"/>
          </p:cNvPicPr>
          <p:nvPr/>
        </p:nvPicPr>
        <p:blipFill>
          <a:blip r:embed="rId3"/>
          <a:stretch/>
        </p:blipFill>
        <p:spPr>
          <a:xfrm>
            <a:off x="2462" y="0"/>
            <a:ext cx="12187076" cy="6858000"/>
          </a:xfrm>
          <a:prstGeom prst="rect">
            <a:avLst/>
          </a:prstGeom>
        </p:spPr>
      </p:pic>
      <p:sp>
        <p:nvSpPr>
          <p:cNvPr id="2" name="content-background">
            <a:extLst>
              <a:ext uri="{FF2B5EF4-FFF2-40B4-BE49-F238E27FC236}">
                <a16:creationId xmlns:a16="http://schemas.microsoft.com/office/drawing/2014/main" id="{55DB11FF-2606-4A55-936F-3867E960FE87}"/>
              </a:ext>
            </a:extLst>
          </p:cNvPr>
          <p:cNvSpPr>
            <a:spLocks noGrp="1"/>
          </p:cNvSpPr>
          <p:nvPr/>
        </p:nvSpPr>
        <p:spPr>
          <a:xfrm>
            <a:off x="333375" y="266700"/>
            <a:ext cx="11525250" cy="6324600"/>
          </a:xfrm>
          <a:prstGeom prst="rect">
            <a:avLst/>
          </a:prstGeom>
          <a:solidFill>
            <a:srgbClr val="FFFFFF"/>
          </a:solidFill>
          <a:ln w="0">
            <a:noFill/>
            <a:prstDash val="solid"/>
          </a:ln>
        </p:spPr>
        <p:txBody>
          <a:bodyPr/>
          <a:lstStyle/>
          <a:p>
            <a:endParaRPr lang="da-DK"/>
          </a:p>
        </p:txBody>
      </p:sp>
      <p:sp>
        <p:nvSpPr>
          <p:cNvPr id="3" name="text-1">
            <a:extLst>
              <a:ext uri="{FF2B5EF4-FFF2-40B4-BE49-F238E27FC236}">
                <a16:creationId xmlns:a16="http://schemas.microsoft.com/office/drawing/2014/main" id="{55720962-79CC-4A39-8566-FF7A0BADA577}"/>
              </a:ext>
            </a:extLst>
          </p:cNvPr>
          <p:cNvSpPr>
            <a:spLocks noGrp="1"/>
          </p:cNvSpPr>
          <p:nvPr/>
        </p:nvSpPr>
        <p:spPr>
          <a:xfrm>
            <a:off x="666750" y="542925"/>
            <a:ext cx="10858500" cy="876300"/>
          </a:xfrm>
          <a:prstGeom prst="rect">
            <a:avLst/>
          </a:prstGeom>
          <a:noFill/>
          <a:ln w="0">
            <a:noFill/>
            <a:prstDash val="solid"/>
          </a:ln>
        </p:spPr>
        <p:txBody>
          <a:bodyPr lIns="0" tIns="0" rIns="0" bIns="0" anchor="t"/>
          <a:lstStyle>
            <a:defPPr>
              <a:defRPr sz="3300" b="1">
                <a:solidFill>
                  <a:srgbClr val="08205E"/>
                </a:solidFill>
                <a:latin typeface="Nimbus Sans"/>
                <a:ea typeface="Nimbus Sans"/>
                <a:cs typeface="Nimbus Sans"/>
              </a:defRPr>
            </a:defPPr>
            <a:lvl1pPr>
              <a:defRPr sz="3300" b="1">
                <a:solidFill>
                  <a:srgbClr val="08205E"/>
                </a:solidFill>
                <a:latin typeface="Nimbus Sans"/>
                <a:ea typeface="Nimbus Sans"/>
                <a:cs typeface="Nimbus Sans"/>
              </a:defRPr>
            </a:lvl1pPr>
            <a:lvl2pPr>
              <a:defRPr sz="3300" b="1">
                <a:solidFill>
                  <a:srgbClr val="08205E"/>
                </a:solidFill>
                <a:latin typeface="Nimbus Sans"/>
                <a:ea typeface="Nimbus Sans"/>
                <a:cs typeface="Nimbus Sans"/>
              </a:defRPr>
            </a:lvl2pPr>
            <a:lvl3pPr>
              <a:defRPr sz="3300" b="1">
                <a:solidFill>
                  <a:srgbClr val="08205E"/>
                </a:solidFill>
                <a:latin typeface="Nimbus Sans"/>
                <a:ea typeface="Nimbus Sans"/>
                <a:cs typeface="Nimbus Sans"/>
              </a:defRPr>
            </a:lvl3pPr>
            <a:lvl4pPr>
              <a:defRPr sz="3300" b="1">
                <a:solidFill>
                  <a:srgbClr val="08205E"/>
                </a:solidFill>
                <a:latin typeface="Nimbus Sans"/>
                <a:ea typeface="Nimbus Sans"/>
                <a:cs typeface="Nimbus Sans"/>
              </a:defRPr>
            </a:lvl4pPr>
            <a:lvl5pPr>
              <a:defRPr sz="3300" b="1">
                <a:solidFill>
                  <a:srgbClr val="08205E"/>
                </a:solidFill>
                <a:latin typeface="Nimbus Sans"/>
                <a:ea typeface="Nimbus Sans"/>
                <a:cs typeface="Nimbus Sans"/>
              </a:defRPr>
            </a:lvl5pPr>
            <a:lvl6pPr>
              <a:defRPr sz="3300" b="1">
                <a:solidFill>
                  <a:srgbClr val="08205E"/>
                </a:solidFill>
                <a:latin typeface="Nimbus Sans"/>
                <a:ea typeface="Nimbus Sans"/>
                <a:cs typeface="Nimbus Sans"/>
              </a:defRPr>
            </a:lvl6pPr>
            <a:lvl7pPr>
              <a:defRPr sz="3300" b="1">
                <a:solidFill>
                  <a:srgbClr val="08205E"/>
                </a:solidFill>
                <a:latin typeface="Nimbus Sans"/>
                <a:ea typeface="Nimbus Sans"/>
                <a:cs typeface="Nimbus Sans"/>
              </a:defRPr>
            </a:lvl7pPr>
            <a:lvl8pPr>
              <a:defRPr sz="3300" b="1">
                <a:solidFill>
                  <a:srgbClr val="08205E"/>
                </a:solidFill>
                <a:latin typeface="Nimbus Sans"/>
                <a:ea typeface="Nimbus Sans"/>
                <a:cs typeface="Nimbus Sans"/>
              </a:defRPr>
            </a:lvl8pPr>
            <a:lvl9pPr>
              <a:defRPr sz="3300" b="1">
                <a:solidFill>
                  <a:srgbClr val="08205E"/>
                </a:solidFill>
                <a:latin typeface="Nimbus Sans"/>
                <a:ea typeface="Nimbus Sans"/>
                <a:cs typeface="Nimbus Sans"/>
              </a:defRPr>
            </a:lvl9pPr>
          </a:lstStyle>
          <a:p>
            <a:pPr>
              <a:defRPr sz="3300" b="1">
                <a:solidFill>
                  <a:srgbClr val="08205E"/>
                </a:solidFill>
                <a:latin typeface="Nimbus Sans"/>
                <a:ea typeface="Nimbus Sans"/>
                <a:cs typeface="Nimbus Sans"/>
              </a:defRPr>
            </a:pPr>
            <a:r>
              <a:rPr sz="3300" b="1">
                <a:solidFill>
                  <a:srgbClr val="08205E"/>
                </a:solidFill>
                <a:latin typeface="Nimbus Sans"/>
                <a:ea typeface="Nimbus Sans"/>
                <a:cs typeface="Nimbus Sans"/>
              </a:rPr>
              <a:t>What this result can tell you</a:t>
            </a:r>
          </a:p>
        </p:txBody>
      </p:sp>
      <p:sp>
        <p:nvSpPr>
          <p:cNvPr id="4" name="text-2">
            <a:extLst>
              <a:ext uri="{FF2B5EF4-FFF2-40B4-BE49-F238E27FC236}">
                <a16:creationId xmlns:a16="http://schemas.microsoft.com/office/drawing/2014/main" id="{725C7A36-C912-4C0A-9BD3-D63463525BAA}"/>
              </a:ext>
            </a:extLst>
          </p:cNvPr>
          <p:cNvSpPr>
            <a:spLocks noGrp="1"/>
          </p:cNvSpPr>
          <p:nvPr/>
        </p:nvSpPr>
        <p:spPr>
          <a:xfrm>
            <a:off x="666750" y="6343650"/>
            <a:ext cx="8096250" cy="190500"/>
          </a:xfrm>
          <a:prstGeom prst="rect">
            <a:avLst/>
          </a:prstGeom>
          <a:noFill/>
          <a:ln w="0">
            <a:noFill/>
            <a:prstDash val="solid"/>
          </a:ln>
        </p:spPr>
        <p:txBody>
          <a:bodyPr lIns="0" tIns="0" rIns="0" bIns="0" anchor="t"/>
          <a:lstStyle>
            <a:defPPr>
              <a:defRPr sz="1125" b="0">
                <a:solidFill>
                  <a:srgbClr val="46536A"/>
                </a:solidFill>
                <a:latin typeface="Nimbus Sans"/>
                <a:ea typeface="Nimbus Sans"/>
                <a:cs typeface="Nimbus Sans"/>
              </a:defRPr>
            </a:defPPr>
            <a:lvl1pPr>
              <a:defRPr sz="1125" b="0">
                <a:solidFill>
                  <a:srgbClr val="46536A"/>
                </a:solidFill>
                <a:latin typeface="Nimbus Sans"/>
                <a:ea typeface="Nimbus Sans"/>
                <a:cs typeface="Nimbus Sans"/>
              </a:defRPr>
            </a:lvl1pPr>
            <a:lvl2pPr>
              <a:defRPr sz="1125" b="0">
                <a:solidFill>
                  <a:srgbClr val="46536A"/>
                </a:solidFill>
                <a:latin typeface="Nimbus Sans"/>
                <a:ea typeface="Nimbus Sans"/>
                <a:cs typeface="Nimbus Sans"/>
              </a:defRPr>
            </a:lvl2pPr>
            <a:lvl3pPr>
              <a:defRPr sz="1125" b="0">
                <a:solidFill>
                  <a:srgbClr val="46536A"/>
                </a:solidFill>
                <a:latin typeface="Nimbus Sans"/>
                <a:ea typeface="Nimbus Sans"/>
                <a:cs typeface="Nimbus Sans"/>
              </a:defRPr>
            </a:lvl3pPr>
            <a:lvl4pPr>
              <a:defRPr sz="1125" b="0">
                <a:solidFill>
                  <a:srgbClr val="46536A"/>
                </a:solidFill>
                <a:latin typeface="Nimbus Sans"/>
                <a:ea typeface="Nimbus Sans"/>
                <a:cs typeface="Nimbus Sans"/>
              </a:defRPr>
            </a:lvl4pPr>
            <a:lvl5pPr>
              <a:defRPr sz="1125" b="0">
                <a:solidFill>
                  <a:srgbClr val="46536A"/>
                </a:solidFill>
                <a:latin typeface="Nimbus Sans"/>
                <a:ea typeface="Nimbus Sans"/>
                <a:cs typeface="Nimbus Sans"/>
              </a:defRPr>
            </a:lvl5pPr>
            <a:lvl6pPr>
              <a:defRPr sz="1125" b="0">
                <a:solidFill>
                  <a:srgbClr val="46536A"/>
                </a:solidFill>
                <a:latin typeface="Nimbus Sans"/>
                <a:ea typeface="Nimbus Sans"/>
                <a:cs typeface="Nimbus Sans"/>
              </a:defRPr>
            </a:lvl6pPr>
            <a:lvl7pPr>
              <a:defRPr sz="1125" b="0">
                <a:solidFill>
                  <a:srgbClr val="46536A"/>
                </a:solidFill>
                <a:latin typeface="Nimbus Sans"/>
                <a:ea typeface="Nimbus Sans"/>
                <a:cs typeface="Nimbus Sans"/>
              </a:defRPr>
            </a:lvl7pPr>
            <a:lvl8pPr>
              <a:defRPr sz="1125" b="0">
                <a:solidFill>
                  <a:srgbClr val="46536A"/>
                </a:solidFill>
                <a:latin typeface="Nimbus Sans"/>
                <a:ea typeface="Nimbus Sans"/>
                <a:cs typeface="Nimbus Sans"/>
              </a:defRPr>
            </a:lvl8pPr>
            <a:lvl9pPr>
              <a:defRPr sz="1125" b="0">
                <a:solidFill>
                  <a:srgbClr val="46536A"/>
                </a:solidFill>
                <a:latin typeface="Nimbus Sans"/>
                <a:ea typeface="Nimbus Sans"/>
                <a:cs typeface="Nimbus Sans"/>
              </a:defRPr>
            </a:lvl9pPr>
          </a:lstStyle>
          <a:p>
            <a:pPr>
              <a:defRPr sz="1125" b="0">
                <a:solidFill>
                  <a:srgbClr val="46536A"/>
                </a:solidFill>
                <a:latin typeface="Nimbus Sans"/>
                <a:ea typeface="Nimbus Sans"/>
                <a:cs typeface="Nimbus Sans"/>
              </a:defRPr>
            </a:pPr>
            <a:r>
              <a:rPr sz="1125" b="0">
                <a:solidFill>
                  <a:srgbClr val="46536A"/>
                </a:solidFill>
                <a:latin typeface="Nimbus Sans"/>
                <a:ea typeface="Nimbus Sans"/>
                <a:cs typeface="Nimbus Sans"/>
              </a:rPr>
              <a:t>3 Patient   /   2</a:t>
            </a:r>
          </a:p>
        </p:txBody>
      </p:sp>
      <p:sp>
        <p:nvSpPr>
          <p:cNvPr id="5" name="text-3">
            <a:extLst>
              <a:ext uri="{FF2B5EF4-FFF2-40B4-BE49-F238E27FC236}">
                <a16:creationId xmlns:a16="http://schemas.microsoft.com/office/drawing/2014/main" id="{0A0B08B7-2E41-4F52-B2EE-4E8101184CEC}"/>
              </a:ext>
            </a:extLst>
          </p:cNvPr>
          <p:cNvSpPr>
            <a:spLocks noGrp="1"/>
          </p:cNvSpPr>
          <p:nvPr/>
        </p:nvSpPr>
        <p:spPr>
          <a:xfrm>
            <a:off x="663575" y="2603047"/>
            <a:ext cx="10668000" cy="828675"/>
          </a:xfrm>
          <a:prstGeom prst="rect">
            <a:avLst/>
          </a:prstGeom>
          <a:noFill/>
          <a:ln w="0">
            <a:noFill/>
            <a:prstDash val="solid"/>
          </a:ln>
        </p:spPr>
        <p:txBody>
          <a:bodyPr lIns="0" tIns="0" rIns="0" bIns="0" anchor="t"/>
          <a:lstStyle>
            <a:defPPr>
              <a:defRPr sz="2400" b="0">
                <a:solidFill>
                  <a:srgbClr val="08205E"/>
                </a:solidFill>
                <a:latin typeface="Nimbus Sans"/>
                <a:ea typeface="Nimbus Sans"/>
                <a:cs typeface="Nimbus Sans"/>
              </a:defRPr>
            </a:defPPr>
            <a:lvl1pPr>
              <a:defRPr sz="2400" b="0">
                <a:solidFill>
                  <a:srgbClr val="08205E"/>
                </a:solidFill>
                <a:latin typeface="Nimbus Sans"/>
                <a:ea typeface="Nimbus Sans"/>
                <a:cs typeface="Nimbus Sans"/>
              </a:defRPr>
            </a:lvl1pPr>
            <a:lvl2pPr>
              <a:defRPr sz="2400" b="0">
                <a:solidFill>
                  <a:srgbClr val="08205E"/>
                </a:solidFill>
                <a:latin typeface="Nimbus Sans"/>
                <a:ea typeface="Nimbus Sans"/>
                <a:cs typeface="Nimbus Sans"/>
              </a:defRPr>
            </a:lvl2pPr>
            <a:lvl3pPr>
              <a:defRPr sz="2400" b="0">
                <a:solidFill>
                  <a:srgbClr val="08205E"/>
                </a:solidFill>
                <a:latin typeface="Nimbus Sans"/>
                <a:ea typeface="Nimbus Sans"/>
                <a:cs typeface="Nimbus Sans"/>
              </a:defRPr>
            </a:lvl3pPr>
            <a:lvl4pPr>
              <a:defRPr sz="2400" b="0">
                <a:solidFill>
                  <a:srgbClr val="08205E"/>
                </a:solidFill>
                <a:latin typeface="Nimbus Sans"/>
                <a:ea typeface="Nimbus Sans"/>
                <a:cs typeface="Nimbus Sans"/>
              </a:defRPr>
            </a:lvl4pPr>
            <a:lvl5pPr>
              <a:defRPr sz="2400" b="0">
                <a:solidFill>
                  <a:srgbClr val="08205E"/>
                </a:solidFill>
                <a:latin typeface="Nimbus Sans"/>
                <a:ea typeface="Nimbus Sans"/>
                <a:cs typeface="Nimbus Sans"/>
              </a:defRPr>
            </a:lvl5pPr>
            <a:lvl6pPr>
              <a:defRPr sz="2400" b="0">
                <a:solidFill>
                  <a:srgbClr val="08205E"/>
                </a:solidFill>
                <a:latin typeface="Nimbus Sans"/>
                <a:ea typeface="Nimbus Sans"/>
                <a:cs typeface="Nimbus Sans"/>
              </a:defRPr>
            </a:lvl6pPr>
            <a:lvl7pPr>
              <a:defRPr sz="2400" b="0">
                <a:solidFill>
                  <a:srgbClr val="08205E"/>
                </a:solidFill>
                <a:latin typeface="Nimbus Sans"/>
                <a:ea typeface="Nimbus Sans"/>
                <a:cs typeface="Nimbus Sans"/>
              </a:defRPr>
            </a:lvl7pPr>
            <a:lvl8pPr>
              <a:defRPr sz="2400" b="0">
                <a:solidFill>
                  <a:srgbClr val="08205E"/>
                </a:solidFill>
                <a:latin typeface="Nimbus Sans"/>
                <a:ea typeface="Nimbus Sans"/>
                <a:cs typeface="Nimbus Sans"/>
              </a:defRPr>
            </a:lvl8pPr>
            <a:lvl9pPr>
              <a:defRPr sz="2400" b="0">
                <a:solidFill>
                  <a:srgbClr val="08205E"/>
                </a:solidFill>
                <a:latin typeface="Nimbus Sans"/>
                <a:ea typeface="Nimbus Sans"/>
                <a:cs typeface="Nimbus Sans"/>
              </a:defRPr>
            </a:lvl9pPr>
          </a:lstStyle>
          <a:p>
            <a:pPr>
              <a:defRPr sz="2400" b="0">
                <a:solidFill>
                  <a:srgbClr val="08205E"/>
                </a:solidFill>
                <a:latin typeface="Nimbus Sans"/>
                <a:ea typeface="Nimbus Sans"/>
                <a:cs typeface="Nimbus Sans"/>
              </a:defRPr>
            </a:pPr>
            <a:r>
              <a:rPr sz="2400" b="0">
                <a:solidFill>
                  <a:srgbClr val="08205E"/>
                </a:solidFill>
                <a:latin typeface="Nimbus Sans"/>
                <a:ea typeface="Nimbus Sans"/>
                <a:cs typeface="Nimbus Sans"/>
              </a:rPr>
              <a:t>The tool compares your answers with patterns in a survey.</a:t>
            </a:r>
          </a:p>
        </p:txBody>
      </p:sp>
      <p:sp>
        <p:nvSpPr>
          <p:cNvPr id="6" name="text-4">
            <a:extLst>
              <a:ext uri="{FF2B5EF4-FFF2-40B4-BE49-F238E27FC236}">
                <a16:creationId xmlns:a16="http://schemas.microsoft.com/office/drawing/2014/main" id="{EF416E0F-C75B-4418-8486-FAE5CF956AF4}"/>
              </a:ext>
            </a:extLst>
          </p:cNvPr>
          <p:cNvSpPr>
            <a:spLocks noGrp="1"/>
          </p:cNvSpPr>
          <p:nvPr/>
        </p:nvSpPr>
        <p:spPr>
          <a:xfrm>
            <a:off x="714375" y="1418771"/>
            <a:ext cx="10668000" cy="828675"/>
          </a:xfrm>
          <a:prstGeom prst="rect">
            <a:avLst/>
          </a:prstGeom>
          <a:noFill/>
          <a:ln w="0">
            <a:noFill/>
            <a:prstDash val="solid"/>
          </a:ln>
        </p:spPr>
        <p:txBody>
          <a:bodyPr lIns="0" tIns="0" rIns="0" bIns="0" anchor="t"/>
          <a:lstStyle>
            <a:defPPr>
              <a:defRPr sz="2400" b="0">
                <a:solidFill>
                  <a:srgbClr val="08205E"/>
                </a:solidFill>
                <a:latin typeface="Nimbus Sans"/>
                <a:ea typeface="Nimbus Sans"/>
                <a:cs typeface="Nimbus Sans"/>
              </a:defRPr>
            </a:defPPr>
            <a:lvl1pPr>
              <a:defRPr sz="2400" b="0">
                <a:solidFill>
                  <a:srgbClr val="08205E"/>
                </a:solidFill>
                <a:latin typeface="Nimbus Sans"/>
                <a:ea typeface="Nimbus Sans"/>
                <a:cs typeface="Nimbus Sans"/>
              </a:defRPr>
            </a:lvl1pPr>
            <a:lvl2pPr>
              <a:defRPr sz="2400" b="0">
                <a:solidFill>
                  <a:srgbClr val="08205E"/>
                </a:solidFill>
                <a:latin typeface="Nimbus Sans"/>
                <a:ea typeface="Nimbus Sans"/>
                <a:cs typeface="Nimbus Sans"/>
              </a:defRPr>
            </a:lvl2pPr>
            <a:lvl3pPr>
              <a:defRPr sz="2400" b="0">
                <a:solidFill>
                  <a:srgbClr val="08205E"/>
                </a:solidFill>
                <a:latin typeface="Nimbus Sans"/>
                <a:ea typeface="Nimbus Sans"/>
                <a:cs typeface="Nimbus Sans"/>
              </a:defRPr>
            </a:lvl3pPr>
            <a:lvl4pPr>
              <a:defRPr sz="2400" b="0">
                <a:solidFill>
                  <a:srgbClr val="08205E"/>
                </a:solidFill>
                <a:latin typeface="Nimbus Sans"/>
                <a:ea typeface="Nimbus Sans"/>
                <a:cs typeface="Nimbus Sans"/>
              </a:defRPr>
            </a:lvl4pPr>
            <a:lvl5pPr>
              <a:defRPr sz="2400" b="0">
                <a:solidFill>
                  <a:srgbClr val="08205E"/>
                </a:solidFill>
                <a:latin typeface="Nimbus Sans"/>
                <a:ea typeface="Nimbus Sans"/>
                <a:cs typeface="Nimbus Sans"/>
              </a:defRPr>
            </a:lvl5pPr>
            <a:lvl6pPr>
              <a:defRPr sz="2400" b="0">
                <a:solidFill>
                  <a:srgbClr val="08205E"/>
                </a:solidFill>
                <a:latin typeface="Nimbus Sans"/>
                <a:ea typeface="Nimbus Sans"/>
                <a:cs typeface="Nimbus Sans"/>
              </a:defRPr>
            </a:lvl6pPr>
            <a:lvl7pPr>
              <a:defRPr sz="2400" b="0">
                <a:solidFill>
                  <a:srgbClr val="08205E"/>
                </a:solidFill>
                <a:latin typeface="Nimbus Sans"/>
                <a:ea typeface="Nimbus Sans"/>
                <a:cs typeface="Nimbus Sans"/>
              </a:defRPr>
            </a:lvl7pPr>
            <a:lvl8pPr>
              <a:defRPr sz="2400" b="0">
                <a:solidFill>
                  <a:srgbClr val="08205E"/>
                </a:solidFill>
                <a:latin typeface="Nimbus Sans"/>
                <a:ea typeface="Nimbus Sans"/>
                <a:cs typeface="Nimbus Sans"/>
              </a:defRPr>
            </a:lvl8pPr>
            <a:lvl9pPr>
              <a:defRPr sz="2400" b="0">
                <a:solidFill>
                  <a:srgbClr val="08205E"/>
                </a:solidFill>
                <a:latin typeface="Nimbus Sans"/>
                <a:ea typeface="Nimbus Sans"/>
                <a:cs typeface="Nimbus Sans"/>
              </a:defRPr>
            </a:lvl9pPr>
          </a:lstStyle>
          <a:p>
            <a:pPr>
              <a:defRPr sz="2400" b="0">
                <a:solidFill>
                  <a:srgbClr val="08205E"/>
                </a:solidFill>
                <a:latin typeface="Nimbus Sans"/>
                <a:ea typeface="Nimbus Sans"/>
                <a:cs typeface="Nimbus Sans"/>
              </a:defRPr>
            </a:pPr>
            <a:r>
              <a:rPr lang="da-DK" b="1"/>
              <a:t>Our prediction:</a:t>
            </a:r>
            <a:r>
              <a:rPr lang="da-DK"/>
              <a:t> It</a:t>
            </a:r>
            <a:r>
              <a:rPr sz="2400" b="0">
                <a:solidFill>
                  <a:srgbClr val="08205E"/>
                </a:solidFill>
                <a:latin typeface="Nimbus Sans"/>
                <a:ea typeface="Nimbus Sans"/>
                <a:cs typeface="Nimbus Sans"/>
              </a:rPr>
              <a:t> flags a pattern associated with </a:t>
            </a:r>
            <a:r>
              <a:rPr sz="2400" b="0" u="sng">
                <a:solidFill>
                  <a:srgbClr val="08205E"/>
                </a:solidFill>
                <a:latin typeface="Nimbus Sans"/>
                <a:ea typeface="Nimbus Sans"/>
                <a:cs typeface="Nimbus Sans"/>
              </a:rPr>
              <a:t>prediabetes or diabetes.</a:t>
            </a:r>
            <a:endParaRPr lang="da-DK" sz="2400" b="0" u="sng">
              <a:solidFill>
                <a:srgbClr val="08205E"/>
              </a:solidFill>
              <a:latin typeface="Nimbus Sans"/>
              <a:ea typeface="Nimbus Sans"/>
              <a:cs typeface="Nimbus Sans"/>
            </a:endParaRPr>
          </a:p>
        </p:txBody>
      </p:sp>
      <p:sp>
        <p:nvSpPr>
          <p:cNvPr id="7" name="text-5">
            <a:extLst>
              <a:ext uri="{FF2B5EF4-FFF2-40B4-BE49-F238E27FC236}">
                <a16:creationId xmlns:a16="http://schemas.microsoft.com/office/drawing/2014/main" id="{5C0B4ECA-4693-48D4-8D61-2FD11B108948}"/>
              </a:ext>
            </a:extLst>
          </p:cNvPr>
          <p:cNvSpPr>
            <a:spLocks noGrp="1"/>
          </p:cNvSpPr>
          <p:nvPr/>
        </p:nvSpPr>
        <p:spPr>
          <a:xfrm>
            <a:off x="714375" y="3667125"/>
            <a:ext cx="10668000" cy="828675"/>
          </a:xfrm>
          <a:prstGeom prst="rect">
            <a:avLst/>
          </a:prstGeom>
          <a:noFill/>
          <a:ln w="0">
            <a:noFill/>
            <a:prstDash val="solid"/>
          </a:ln>
        </p:spPr>
        <p:txBody>
          <a:bodyPr lIns="0" tIns="0" rIns="0" bIns="0" anchor="t"/>
          <a:lstStyle>
            <a:defPPr>
              <a:defRPr sz="2400" b="0">
                <a:solidFill>
                  <a:srgbClr val="08205E"/>
                </a:solidFill>
                <a:latin typeface="Nimbus Sans"/>
                <a:ea typeface="Nimbus Sans"/>
                <a:cs typeface="Nimbus Sans"/>
              </a:defRPr>
            </a:defPPr>
            <a:lvl1pPr>
              <a:defRPr sz="2400" b="0">
                <a:solidFill>
                  <a:srgbClr val="08205E"/>
                </a:solidFill>
                <a:latin typeface="Nimbus Sans"/>
                <a:ea typeface="Nimbus Sans"/>
                <a:cs typeface="Nimbus Sans"/>
              </a:defRPr>
            </a:lvl1pPr>
            <a:lvl2pPr>
              <a:defRPr sz="2400" b="0">
                <a:solidFill>
                  <a:srgbClr val="08205E"/>
                </a:solidFill>
                <a:latin typeface="Nimbus Sans"/>
                <a:ea typeface="Nimbus Sans"/>
                <a:cs typeface="Nimbus Sans"/>
              </a:defRPr>
            </a:lvl2pPr>
            <a:lvl3pPr>
              <a:defRPr sz="2400" b="0">
                <a:solidFill>
                  <a:srgbClr val="08205E"/>
                </a:solidFill>
                <a:latin typeface="Nimbus Sans"/>
                <a:ea typeface="Nimbus Sans"/>
                <a:cs typeface="Nimbus Sans"/>
              </a:defRPr>
            </a:lvl3pPr>
            <a:lvl4pPr>
              <a:defRPr sz="2400" b="0">
                <a:solidFill>
                  <a:srgbClr val="08205E"/>
                </a:solidFill>
                <a:latin typeface="Nimbus Sans"/>
                <a:ea typeface="Nimbus Sans"/>
                <a:cs typeface="Nimbus Sans"/>
              </a:defRPr>
            </a:lvl4pPr>
            <a:lvl5pPr>
              <a:defRPr sz="2400" b="0">
                <a:solidFill>
                  <a:srgbClr val="08205E"/>
                </a:solidFill>
                <a:latin typeface="Nimbus Sans"/>
                <a:ea typeface="Nimbus Sans"/>
                <a:cs typeface="Nimbus Sans"/>
              </a:defRPr>
            </a:lvl5pPr>
            <a:lvl6pPr>
              <a:defRPr sz="2400" b="0">
                <a:solidFill>
                  <a:srgbClr val="08205E"/>
                </a:solidFill>
                <a:latin typeface="Nimbus Sans"/>
                <a:ea typeface="Nimbus Sans"/>
                <a:cs typeface="Nimbus Sans"/>
              </a:defRPr>
            </a:lvl6pPr>
            <a:lvl7pPr>
              <a:defRPr sz="2400" b="0">
                <a:solidFill>
                  <a:srgbClr val="08205E"/>
                </a:solidFill>
                <a:latin typeface="Nimbus Sans"/>
                <a:ea typeface="Nimbus Sans"/>
                <a:cs typeface="Nimbus Sans"/>
              </a:defRPr>
            </a:lvl7pPr>
            <a:lvl8pPr>
              <a:defRPr sz="2400" b="0">
                <a:solidFill>
                  <a:srgbClr val="08205E"/>
                </a:solidFill>
                <a:latin typeface="Nimbus Sans"/>
                <a:ea typeface="Nimbus Sans"/>
                <a:cs typeface="Nimbus Sans"/>
              </a:defRPr>
            </a:lvl8pPr>
            <a:lvl9pPr>
              <a:defRPr sz="2400" b="0">
                <a:solidFill>
                  <a:srgbClr val="08205E"/>
                </a:solidFill>
                <a:latin typeface="Nimbus Sans"/>
                <a:ea typeface="Nimbus Sans"/>
                <a:cs typeface="Nimbus Sans"/>
              </a:defRPr>
            </a:lvl9pPr>
          </a:lstStyle>
          <a:p>
            <a:pPr>
              <a:defRPr sz="2400" b="0">
                <a:solidFill>
                  <a:srgbClr val="08205E"/>
                </a:solidFill>
                <a:latin typeface="Nimbus Sans"/>
                <a:ea typeface="Nimbus Sans"/>
                <a:cs typeface="Nimbus Sans"/>
              </a:defRPr>
            </a:pPr>
            <a:r>
              <a:rPr sz="2400" b="0">
                <a:solidFill>
                  <a:srgbClr val="08205E"/>
                </a:solidFill>
                <a:latin typeface="Nimbus Sans"/>
                <a:ea typeface="Nimbus Sans"/>
                <a:cs typeface="Nimbus Sans"/>
              </a:rPr>
              <a:t>It can be wrong, and it cannot tell your future with certainty.</a:t>
            </a:r>
          </a:p>
        </p:txBody>
      </p:sp>
      <p:sp>
        <p:nvSpPr>
          <p:cNvPr id="8" name="text-6">
            <a:extLst>
              <a:ext uri="{FF2B5EF4-FFF2-40B4-BE49-F238E27FC236}">
                <a16:creationId xmlns:a16="http://schemas.microsoft.com/office/drawing/2014/main" id="{0CE2079D-B63C-45D5-B83B-097EDFA1C640}"/>
              </a:ext>
            </a:extLst>
          </p:cNvPr>
          <p:cNvSpPr>
            <a:spLocks noGrp="1"/>
          </p:cNvSpPr>
          <p:nvPr/>
        </p:nvSpPr>
        <p:spPr>
          <a:xfrm>
            <a:off x="714375" y="4667250"/>
            <a:ext cx="10668000" cy="828675"/>
          </a:xfrm>
          <a:prstGeom prst="rect">
            <a:avLst/>
          </a:prstGeom>
          <a:noFill/>
          <a:ln w="0">
            <a:noFill/>
            <a:prstDash val="solid"/>
          </a:ln>
        </p:spPr>
        <p:txBody>
          <a:bodyPr lIns="0" tIns="0" rIns="0" bIns="0" anchor="t"/>
          <a:lstStyle>
            <a:defPPr>
              <a:defRPr sz="2400" b="0">
                <a:solidFill>
                  <a:srgbClr val="08205E"/>
                </a:solidFill>
                <a:latin typeface="Nimbus Sans"/>
                <a:ea typeface="Nimbus Sans"/>
                <a:cs typeface="Nimbus Sans"/>
              </a:defRPr>
            </a:defPPr>
            <a:lvl1pPr>
              <a:defRPr sz="2400" b="0">
                <a:solidFill>
                  <a:srgbClr val="08205E"/>
                </a:solidFill>
                <a:latin typeface="Nimbus Sans"/>
                <a:ea typeface="Nimbus Sans"/>
                <a:cs typeface="Nimbus Sans"/>
              </a:defRPr>
            </a:lvl1pPr>
            <a:lvl2pPr>
              <a:defRPr sz="2400" b="0">
                <a:solidFill>
                  <a:srgbClr val="08205E"/>
                </a:solidFill>
                <a:latin typeface="Nimbus Sans"/>
                <a:ea typeface="Nimbus Sans"/>
                <a:cs typeface="Nimbus Sans"/>
              </a:defRPr>
            </a:lvl2pPr>
            <a:lvl3pPr>
              <a:defRPr sz="2400" b="0">
                <a:solidFill>
                  <a:srgbClr val="08205E"/>
                </a:solidFill>
                <a:latin typeface="Nimbus Sans"/>
                <a:ea typeface="Nimbus Sans"/>
                <a:cs typeface="Nimbus Sans"/>
              </a:defRPr>
            </a:lvl3pPr>
            <a:lvl4pPr>
              <a:defRPr sz="2400" b="0">
                <a:solidFill>
                  <a:srgbClr val="08205E"/>
                </a:solidFill>
                <a:latin typeface="Nimbus Sans"/>
                <a:ea typeface="Nimbus Sans"/>
                <a:cs typeface="Nimbus Sans"/>
              </a:defRPr>
            </a:lvl4pPr>
            <a:lvl5pPr>
              <a:defRPr sz="2400" b="0">
                <a:solidFill>
                  <a:srgbClr val="08205E"/>
                </a:solidFill>
                <a:latin typeface="Nimbus Sans"/>
                <a:ea typeface="Nimbus Sans"/>
                <a:cs typeface="Nimbus Sans"/>
              </a:defRPr>
            </a:lvl5pPr>
            <a:lvl6pPr>
              <a:defRPr sz="2400" b="0">
                <a:solidFill>
                  <a:srgbClr val="08205E"/>
                </a:solidFill>
                <a:latin typeface="Nimbus Sans"/>
                <a:ea typeface="Nimbus Sans"/>
                <a:cs typeface="Nimbus Sans"/>
              </a:defRPr>
            </a:lvl6pPr>
            <a:lvl7pPr>
              <a:defRPr sz="2400" b="0">
                <a:solidFill>
                  <a:srgbClr val="08205E"/>
                </a:solidFill>
                <a:latin typeface="Nimbus Sans"/>
                <a:ea typeface="Nimbus Sans"/>
                <a:cs typeface="Nimbus Sans"/>
              </a:defRPr>
            </a:lvl7pPr>
            <a:lvl8pPr>
              <a:defRPr sz="2400" b="0">
                <a:solidFill>
                  <a:srgbClr val="08205E"/>
                </a:solidFill>
                <a:latin typeface="Nimbus Sans"/>
                <a:ea typeface="Nimbus Sans"/>
                <a:cs typeface="Nimbus Sans"/>
              </a:defRPr>
            </a:lvl8pPr>
            <a:lvl9pPr>
              <a:defRPr sz="2400" b="0">
                <a:solidFill>
                  <a:srgbClr val="08205E"/>
                </a:solidFill>
                <a:latin typeface="Nimbus Sans"/>
                <a:ea typeface="Nimbus Sans"/>
                <a:cs typeface="Nimbus Sans"/>
              </a:defRPr>
            </a:lvl9pPr>
          </a:lstStyle>
          <a:p>
            <a:pPr>
              <a:defRPr sz="2400" b="0">
                <a:solidFill>
                  <a:srgbClr val="08205E"/>
                </a:solidFill>
                <a:latin typeface="Nimbus Sans"/>
                <a:ea typeface="Nimbus Sans"/>
                <a:cs typeface="Nimbus Sans"/>
              </a:defRPr>
            </a:pPr>
            <a:r>
              <a:rPr sz="2400" b="0">
                <a:solidFill>
                  <a:srgbClr val="08205E"/>
                </a:solidFill>
                <a:latin typeface="Nimbus Sans"/>
                <a:ea typeface="Nimbus Sans"/>
                <a:cs typeface="Nimbus Sans"/>
              </a:rPr>
              <a:t>A clinician can assess your situation and relevant blood tests.</a:t>
            </a:r>
          </a:p>
        </p:txBody>
      </p:sp>
    </p:spTree>
    <p:extLst>
      <p:ext uri="{BB962C8B-B14F-4D97-AF65-F5344CB8AC3E}">
        <p14:creationId xmlns:p14="http://schemas.microsoft.com/office/powerpoint/2010/main" val="1582791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 name="Billede 8">
            <a:extLst>
              <a:ext uri="{FF2B5EF4-FFF2-40B4-BE49-F238E27FC236}">
                <a16:creationId xmlns:a16="http://schemas.microsoft.com/office/drawing/2014/main" id="{8BF9455C-BB4E-421B-AA24-A5F4ED49968F}"/>
              </a:ext>
            </a:extLst>
          </p:cNvPr>
          <p:cNvPicPr>
            <a:picLocks noChangeAspect="1"/>
          </p:cNvPicPr>
          <p:nvPr/>
        </p:nvPicPr>
        <p:blipFill>
          <a:blip r:embed="rId3"/>
          <a:stretch/>
        </p:blipFill>
        <p:spPr>
          <a:xfrm>
            <a:off x="2462" y="0"/>
            <a:ext cx="12187076" cy="6858000"/>
          </a:xfrm>
          <a:prstGeom prst="rect">
            <a:avLst/>
          </a:prstGeom>
        </p:spPr>
      </p:pic>
      <p:sp>
        <p:nvSpPr>
          <p:cNvPr id="2" name="content-background">
            <a:extLst>
              <a:ext uri="{FF2B5EF4-FFF2-40B4-BE49-F238E27FC236}">
                <a16:creationId xmlns:a16="http://schemas.microsoft.com/office/drawing/2014/main" id="{237BD303-44F0-470E-8A45-21EA17C8FFEC}"/>
              </a:ext>
            </a:extLst>
          </p:cNvPr>
          <p:cNvSpPr>
            <a:spLocks noGrp="1"/>
          </p:cNvSpPr>
          <p:nvPr/>
        </p:nvSpPr>
        <p:spPr>
          <a:xfrm>
            <a:off x="333375" y="266700"/>
            <a:ext cx="11525250" cy="6324600"/>
          </a:xfrm>
          <a:prstGeom prst="rect">
            <a:avLst/>
          </a:prstGeom>
          <a:solidFill>
            <a:srgbClr val="FFFFFF"/>
          </a:solidFill>
          <a:ln w="0">
            <a:noFill/>
            <a:prstDash val="solid"/>
          </a:ln>
        </p:spPr>
        <p:txBody>
          <a:bodyPr/>
          <a:lstStyle/>
          <a:p>
            <a:endParaRPr lang="da-DK"/>
          </a:p>
        </p:txBody>
      </p:sp>
      <p:sp>
        <p:nvSpPr>
          <p:cNvPr id="3" name="text-1">
            <a:extLst>
              <a:ext uri="{FF2B5EF4-FFF2-40B4-BE49-F238E27FC236}">
                <a16:creationId xmlns:a16="http://schemas.microsoft.com/office/drawing/2014/main" id="{7DF6B32D-D298-44D8-8E76-60B6227DBD04}"/>
              </a:ext>
            </a:extLst>
          </p:cNvPr>
          <p:cNvSpPr>
            <a:spLocks noGrp="1"/>
          </p:cNvSpPr>
          <p:nvPr/>
        </p:nvSpPr>
        <p:spPr>
          <a:xfrm>
            <a:off x="666750" y="542925"/>
            <a:ext cx="10858500" cy="876300"/>
          </a:xfrm>
          <a:prstGeom prst="rect">
            <a:avLst/>
          </a:prstGeom>
          <a:noFill/>
          <a:ln w="0">
            <a:noFill/>
            <a:prstDash val="solid"/>
          </a:ln>
        </p:spPr>
        <p:txBody>
          <a:bodyPr lIns="0" tIns="0" rIns="0" bIns="0" anchor="t"/>
          <a:lstStyle>
            <a:defPPr>
              <a:defRPr sz="3300" b="1">
                <a:solidFill>
                  <a:srgbClr val="08205E"/>
                </a:solidFill>
                <a:latin typeface="Nimbus Sans"/>
                <a:ea typeface="Nimbus Sans"/>
                <a:cs typeface="Nimbus Sans"/>
              </a:defRPr>
            </a:defPPr>
            <a:lvl1pPr>
              <a:defRPr sz="3300" b="1">
                <a:solidFill>
                  <a:srgbClr val="08205E"/>
                </a:solidFill>
                <a:latin typeface="Nimbus Sans"/>
                <a:ea typeface="Nimbus Sans"/>
                <a:cs typeface="Nimbus Sans"/>
              </a:defRPr>
            </a:lvl1pPr>
            <a:lvl2pPr>
              <a:defRPr sz="3300" b="1">
                <a:solidFill>
                  <a:srgbClr val="08205E"/>
                </a:solidFill>
                <a:latin typeface="Nimbus Sans"/>
                <a:ea typeface="Nimbus Sans"/>
                <a:cs typeface="Nimbus Sans"/>
              </a:defRPr>
            </a:lvl2pPr>
            <a:lvl3pPr>
              <a:defRPr sz="3300" b="1">
                <a:solidFill>
                  <a:srgbClr val="08205E"/>
                </a:solidFill>
                <a:latin typeface="Nimbus Sans"/>
                <a:ea typeface="Nimbus Sans"/>
                <a:cs typeface="Nimbus Sans"/>
              </a:defRPr>
            </a:lvl3pPr>
            <a:lvl4pPr>
              <a:defRPr sz="3300" b="1">
                <a:solidFill>
                  <a:srgbClr val="08205E"/>
                </a:solidFill>
                <a:latin typeface="Nimbus Sans"/>
                <a:ea typeface="Nimbus Sans"/>
                <a:cs typeface="Nimbus Sans"/>
              </a:defRPr>
            </a:lvl4pPr>
            <a:lvl5pPr>
              <a:defRPr sz="3300" b="1">
                <a:solidFill>
                  <a:srgbClr val="08205E"/>
                </a:solidFill>
                <a:latin typeface="Nimbus Sans"/>
                <a:ea typeface="Nimbus Sans"/>
                <a:cs typeface="Nimbus Sans"/>
              </a:defRPr>
            </a:lvl5pPr>
            <a:lvl6pPr>
              <a:defRPr sz="3300" b="1">
                <a:solidFill>
                  <a:srgbClr val="08205E"/>
                </a:solidFill>
                <a:latin typeface="Nimbus Sans"/>
                <a:ea typeface="Nimbus Sans"/>
                <a:cs typeface="Nimbus Sans"/>
              </a:defRPr>
            </a:lvl6pPr>
            <a:lvl7pPr>
              <a:defRPr sz="3300" b="1">
                <a:solidFill>
                  <a:srgbClr val="08205E"/>
                </a:solidFill>
                <a:latin typeface="Nimbus Sans"/>
                <a:ea typeface="Nimbus Sans"/>
                <a:cs typeface="Nimbus Sans"/>
              </a:defRPr>
            </a:lvl7pPr>
            <a:lvl8pPr>
              <a:defRPr sz="3300" b="1">
                <a:solidFill>
                  <a:srgbClr val="08205E"/>
                </a:solidFill>
                <a:latin typeface="Nimbus Sans"/>
                <a:ea typeface="Nimbus Sans"/>
                <a:cs typeface="Nimbus Sans"/>
              </a:defRPr>
            </a:lvl8pPr>
            <a:lvl9pPr>
              <a:defRPr sz="3300" b="1">
                <a:solidFill>
                  <a:srgbClr val="08205E"/>
                </a:solidFill>
                <a:latin typeface="Nimbus Sans"/>
                <a:ea typeface="Nimbus Sans"/>
                <a:cs typeface="Nimbus Sans"/>
              </a:defRPr>
            </a:lvl9pPr>
          </a:lstStyle>
          <a:p>
            <a:pPr>
              <a:defRPr sz="3300" b="1">
                <a:solidFill>
                  <a:srgbClr val="08205E"/>
                </a:solidFill>
                <a:latin typeface="Nimbus Sans"/>
                <a:ea typeface="Nimbus Sans"/>
                <a:cs typeface="Nimbus Sans"/>
              </a:defRPr>
            </a:pPr>
            <a:r>
              <a:rPr sz="3300" b="1">
                <a:solidFill>
                  <a:srgbClr val="08205E"/>
                </a:solidFill>
                <a:latin typeface="Nimbus Sans"/>
                <a:ea typeface="Nimbus Sans"/>
                <a:cs typeface="Nimbus Sans"/>
              </a:rPr>
              <a:t>Why the tool flagged this example</a:t>
            </a:r>
          </a:p>
        </p:txBody>
      </p:sp>
      <p:sp>
        <p:nvSpPr>
          <p:cNvPr id="4" name="text-2">
            <a:extLst>
              <a:ext uri="{FF2B5EF4-FFF2-40B4-BE49-F238E27FC236}">
                <a16:creationId xmlns:a16="http://schemas.microsoft.com/office/drawing/2014/main" id="{28FC2142-56D4-4EE9-8C27-AF72894815D7}"/>
              </a:ext>
            </a:extLst>
          </p:cNvPr>
          <p:cNvSpPr>
            <a:spLocks noGrp="1"/>
          </p:cNvSpPr>
          <p:nvPr/>
        </p:nvSpPr>
        <p:spPr>
          <a:xfrm>
            <a:off x="666750" y="6343650"/>
            <a:ext cx="8096250" cy="190500"/>
          </a:xfrm>
          <a:prstGeom prst="rect">
            <a:avLst/>
          </a:prstGeom>
          <a:noFill/>
          <a:ln w="0">
            <a:noFill/>
            <a:prstDash val="solid"/>
          </a:ln>
        </p:spPr>
        <p:txBody>
          <a:bodyPr lIns="0" tIns="0" rIns="0" bIns="0" anchor="t"/>
          <a:lstStyle>
            <a:defPPr>
              <a:defRPr sz="1125" b="0">
                <a:solidFill>
                  <a:srgbClr val="46536A"/>
                </a:solidFill>
                <a:latin typeface="Nimbus Sans"/>
                <a:ea typeface="Nimbus Sans"/>
                <a:cs typeface="Nimbus Sans"/>
              </a:defRPr>
            </a:defPPr>
            <a:lvl1pPr>
              <a:defRPr sz="1125" b="0">
                <a:solidFill>
                  <a:srgbClr val="46536A"/>
                </a:solidFill>
                <a:latin typeface="Nimbus Sans"/>
                <a:ea typeface="Nimbus Sans"/>
                <a:cs typeface="Nimbus Sans"/>
              </a:defRPr>
            </a:lvl1pPr>
            <a:lvl2pPr>
              <a:defRPr sz="1125" b="0">
                <a:solidFill>
                  <a:srgbClr val="46536A"/>
                </a:solidFill>
                <a:latin typeface="Nimbus Sans"/>
                <a:ea typeface="Nimbus Sans"/>
                <a:cs typeface="Nimbus Sans"/>
              </a:defRPr>
            </a:lvl2pPr>
            <a:lvl3pPr>
              <a:defRPr sz="1125" b="0">
                <a:solidFill>
                  <a:srgbClr val="46536A"/>
                </a:solidFill>
                <a:latin typeface="Nimbus Sans"/>
                <a:ea typeface="Nimbus Sans"/>
                <a:cs typeface="Nimbus Sans"/>
              </a:defRPr>
            </a:lvl3pPr>
            <a:lvl4pPr>
              <a:defRPr sz="1125" b="0">
                <a:solidFill>
                  <a:srgbClr val="46536A"/>
                </a:solidFill>
                <a:latin typeface="Nimbus Sans"/>
                <a:ea typeface="Nimbus Sans"/>
                <a:cs typeface="Nimbus Sans"/>
              </a:defRPr>
            </a:lvl4pPr>
            <a:lvl5pPr>
              <a:defRPr sz="1125" b="0">
                <a:solidFill>
                  <a:srgbClr val="46536A"/>
                </a:solidFill>
                <a:latin typeface="Nimbus Sans"/>
                <a:ea typeface="Nimbus Sans"/>
                <a:cs typeface="Nimbus Sans"/>
              </a:defRPr>
            </a:lvl5pPr>
            <a:lvl6pPr>
              <a:defRPr sz="1125" b="0">
                <a:solidFill>
                  <a:srgbClr val="46536A"/>
                </a:solidFill>
                <a:latin typeface="Nimbus Sans"/>
                <a:ea typeface="Nimbus Sans"/>
                <a:cs typeface="Nimbus Sans"/>
              </a:defRPr>
            </a:lvl6pPr>
            <a:lvl7pPr>
              <a:defRPr sz="1125" b="0">
                <a:solidFill>
                  <a:srgbClr val="46536A"/>
                </a:solidFill>
                <a:latin typeface="Nimbus Sans"/>
                <a:ea typeface="Nimbus Sans"/>
                <a:cs typeface="Nimbus Sans"/>
              </a:defRPr>
            </a:lvl7pPr>
            <a:lvl8pPr>
              <a:defRPr sz="1125" b="0">
                <a:solidFill>
                  <a:srgbClr val="46536A"/>
                </a:solidFill>
                <a:latin typeface="Nimbus Sans"/>
                <a:ea typeface="Nimbus Sans"/>
                <a:cs typeface="Nimbus Sans"/>
              </a:defRPr>
            </a:lvl8pPr>
            <a:lvl9pPr>
              <a:defRPr sz="1125" b="0">
                <a:solidFill>
                  <a:srgbClr val="46536A"/>
                </a:solidFill>
                <a:latin typeface="Nimbus Sans"/>
                <a:ea typeface="Nimbus Sans"/>
                <a:cs typeface="Nimbus Sans"/>
              </a:defRPr>
            </a:lvl9pPr>
          </a:lstStyle>
          <a:p>
            <a:pPr>
              <a:defRPr sz="1125" b="0">
                <a:solidFill>
                  <a:srgbClr val="46536A"/>
                </a:solidFill>
                <a:latin typeface="Nimbus Sans"/>
                <a:ea typeface="Nimbus Sans"/>
                <a:cs typeface="Nimbus Sans"/>
              </a:defRPr>
            </a:pPr>
            <a:r>
              <a:rPr sz="1125" b="0">
                <a:solidFill>
                  <a:srgbClr val="46536A"/>
                </a:solidFill>
                <a:latin typeface="Nimbus Sans"/>
                <a:ea typeface="Nimbus Sans"/>
                <a:cs typeface="Nimbus Sans"/>
              </a:rPr>
              <a:t>3 Patient   /   4</a:t>
            </a:r>
          </a:p>
        </p:txBody>
      </p:sp>
      <p:graphicFrame>
        <p:nvGraphicFramePr>
          <p:cNvPr id="5" name="Chart">
            <a:extLst>
              <a:ext uri="{FF2B5EF4-FFF2-40B4-BE49-F238E27FC236}">
                <a16:creationId xmlns:a16="http://schemas.microsoft.com/office/drawing/2014/main" id="{19303158-E477-4B7F-8FB0-46EC80FAC026}"/>
              </a:ext>
            </a:extLst>
          </p:cNvPr>
          <p:cNvGraphicFramePr/>
          <p:nvPr/>
        </p:nvGraphicFramePr>
        <p:xfrm>
          <a:off x="571500" y="1809750"/>
          <a:ext cx="7572375" cy="3619500"/>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3">
            <a:extLst>
              <a:ext uri="{FF2B5EF4-FFF2-40B4-BE49-F238E27FC236}">
                <a16:creationId xmlns:a16="http://schemas.microsoft.com/office/drawing/2014/main" id="{FD761156-8751-44A9-87C1-36884508015F}"/>
              </a:ext>
            </a:extLst>
          </p:cNvPr>
          <p:cNvSpPr>
            <a:spLocks noGrp="1"/>
          </p:cNvSpPr>
          <p:nvPr/>
        </p:nvSpPr>
        <p:spPr>
          <a:xfrm>
            <a:off x="8572500" y="1952625"/>
            <a:ext cx="2952750" cy="1333500"/>
          </a:xfrm>
          <a:prstGeom prst="rect">
            <a:avLst/>
          </a:prstGeom>
          <a:noFill/>
          <a:ln w="0">
            <a:noFill/>
            <a:prstDash val="solid"/>
          </a:ln>
        </p:spPr>
        <p:txBody>
          <a:bodyPr lIns="0" tIns="0" rIns="0" bIns="0" anchor="t"/>
          <a:lstStyle>
            <a:defPPr>
              <a:defRPr sz="2550" b="1">
                <a:solidFill>
                  <a:srgbClr val="08205E"/>
                </a:solidFill>
                <a:latin typeface="Nimbus Sans"/>
                <a:ea typeface="Nimbus Sans"/>
                <a:cs typeface="Nimbus Sans"/>
              </a:defRPr>
            </a:defPPr>
            <a:lvl1pPr>
              <a:defRPr sz="2550" b="1">
                <a:solidFill>
                  <a:srgbClr val="08205E"/>
                </a:solidFill>
                <a:latin typeface="Nimbus Sans"/>
                <a:ea typeface="Nimbus Sans"/>
                <a:cs typeface="Nimbus Sans"/>
              </a:defRPr>
            </a:lvl1pPr>
            <a:lvl2pPr>
              <a:defRPr sz="2550" b="1">
                <a:solidFill>
                  <a:srgbClr val="08205E"/>
                </a:solidFill>
                <a:latin typeface="Nimbus Sans"/>
                <a:ea typeface="Nimbus Sans"/>
                <a:cs typeface="Nimbus Sans"/>
              </a:defRPr>
            </a:lvl2pPr>
            <a:lvl3pPr>
              <a:defRPr sz="2550" b="1">
                <a:solidFill>
                  <a:srgbClr val="08205E"/>
                </a:solidFill>
                <a:latin typeface="Nimbus Sans"/>
                <a:ea typeface="Nimbus Sans"/>
                <a:cs typeface="Nimbus Sans"/>
              </a:defRPr>
            </a:lvl3pPr>
            <a:lvl4pPr>
              <a:defRPr sz="2550" b="1">
                <a:solidFill>
                  <a:srgbClr val="08205E"/>
                </a:solidFill>
                <a:latin typeface="Nimbus Sans"/>
                <a:ea typeface="Nimbus Sans"/>
                <a:cs typeface="Nimbus Sans"/>
              </a:defRPr>
            </a:lvl4pPr>
            <a:lvl5pPr>
              <a:defRPr sz="2550" b="1">
                <a:solidFill>
                  <a:srgbClr val="08205E"/>
                </a:solidFill>
                <a:latin typeface="Nimbus Sans"/>
                <a:ea typeface="Nimbus Sans"/>
                <a:cs typeface="Nimbus Sans"/>
              </a:defRPr>
            </a:lvl5pPr>
            <a:lvl6pPr>
              <a:defRPr sz="2550" b="1">
                <a:solidFill>
                  <a:srgbClr val="08205E"/>
                </a:solidFill>
                <a:latin typeface="Nimbus Sans"/>
                <a:ea typeface="Nimbus Sans"/>
                <a:cs typeface="Nimbus Sans"/>
              </a:defRPr>
            </a:lvl6pPr>
            <a:lvl7pPr>
              <a:defRPr sz="2550" b="1">
                <a:solidFill>
                  <a:srgbClr val="08205E"/>
                </a:solidFill>
                <a:latin typeface="Nimbus Sans"/>
                <a:ea typeface="Nimbus Sans"/>
                <a:cs typeface="Nimbus Sans"/>
              </a:defRPr>
            </a:lvl7pPr>
            <a:lvl8pPr>
              <a:defRPr sz="2550" b="1">
                <a:solidFill>
                  <a:srgbClr val="08205E"/>
                </a:solidFill>
                <a:latin typeface="Nimbus Sans"/>
                <a:ea typeface="Nimbus Sans"/>
                <a:cs typeface="Nimbus Sans"/>
              </a:defRPr>
            </a:lvl8pPr>
            <a:lvl9pPr>
              <a:defRPr sz="2550" b="1">
                <a:solidFill>
                  <a:srgbClr val="08205E"/>
                </a:solidFill>
                <a:latin typeface="Nimbus Sans"/>
                <a:ea typeface="Nimbus Sans"/>
                <a:cs typeface="Nimbus Sans"/>
              </a:defRPr>
            </a:lvl9pPr>
          </a:lstStyle>
          <a:p>
            <a:pPr>
              <a:defRPr sz="2550" b="1">
                <a:solidFill>
                  <a:srgbClr val="08205E"/>
                </a:solidFill>
                <a:latin typeface="Nimbus Sans"/>
                <a:ea typeface="Nimbus Sans"/>
                <a:cs typeface="Nimbus Sans"/>
              </a:defRPr>
            </a:pPr>
            <a:endParaRPr sz="2550" b="1">
              <a:solidFill>
                <a:srgbClr val="08205E"/>
              </a:solidFill>
              <a:latin typeface="Nimbus Sans"/>
              <a:ea typeface="Nimbus Sans"/>
              <a:cs typeface="Nimbus Sans"/>
            </a:endParaRPr>
          </a:p>
        </p:txBody>
      </p:sp>
      <p:sp>
        <p:nvSpPr>
          <p:cNvPr id="7" name="text-4">
            <a:extLst>
              <a:ext uri="{FF2B5EF4-FFF2-40B4-BE49-F238E27FC236}">
                <a16:creationId xmlns:a16="http://schemas.microsoft.com/office/drawing/2014/main" id="{E90F5740-6B1B-4DA8-955B-F0ADF01F13F9}"/>
              </a:ext>
            </a:extLst>
          </p:cNvPr>
          <p:cNvSpPr>
            <a:spLocks noGrp="1"/>
          </p:cNvSpPr>
          <p:nvPr/>
        </p:nvSpPr>
        <p:spPr>
          <a:xfrm>
            <a:off x="8572500" y="3427639"/>
            <a:ext cx="2952750" cy="952500"/>
          </a:xfrm>
          <a:prstGeom prst="rect">
            <a:avLst/>
          </a:prstGeom>
          <a:noFill/>
          <a:ln w="0">
            <a:noFill/>
            <a:prstDash val="solid"/>
          </a:ln>
        </p:spPr>
        <p:txBody>
          <a:bodyPr lIns="0" tIns="0" rIns="0" bIns="0" anchor="t"/>
          <a:lstStyle>
            <a:defPPr>
              <a:defRPr sz="2025" b="0">
                <a:solidFill>
                  <a:srgbClr val="08205E"/>
                </a:solidFill>
                <a:latin typeface="Nimbus Sans"/>
                <a:ea typeface="Nimbus Sans"/>
                <a:cs typeface="Nimbus Sans"/>
              </a:defRPr>
            </a:defPPr>
            <a:lvl1pPr>
              <a:defRPr sz="2025" b="0">
                <a:solidFill>
                  <a:srgbClr val="08205E"/>
                </a:solidFill>
                <a:latin typeface="Nimbus Sans"/>
                <a:ea typeface="Nimbus Sans"/>
                <a:cs typeface="Nimbus Sans"/>
              </a:defRPr>
            </a:lvl1pPr>
            <a:lvl2pPr>
              <a:defRPr sz="2025" b="0">
                <a:solidFill>
                  <a:srgbClr val="08205E"/>
                </a:solidFill>
                <a:latin typeface="Nimbus Sans"/>
                <a:ea typeface="Nimbus Sans"/>
                <a:cs typeface="Nimbus Sans"/>
              </a:defRPr>
            </a:lvl2pPr>
            <a:lvl3pPr>
              <a:defRPr sz="2025" b="0">
                <a:solidFill>
                  <a:srgbClr val="08205E"/>
                </a:solidFill>
                <a:latin typeface="Nimbus Sans"/>
                <a:ea typeface="Nimbus Sans"/>
                <a:cs typeface="Nimbus Sans"/>
              </a:defRPr>
            </a:lvl3pPr>
            <a:lvl4pPr>
              <a:defRPr sz="2025" b="0">
                <a:solidFill>
                  <a:srgbClr val="08205E"/>
                </a:solidFill>
                <a:latin typeface="Nimbus Sans"/>
                <a:ea typeface="Nimbus Sans"/>
                <a:cs typeface="Nimbus Sans"/>
              </a:defRPr>
            </a:lvl4pPr>
            <a:lvl5pPr>
              <a:defRPr sz="2025" b="0">
                <a:solidFill>
                  <a:srgbClr val="08205E"/>
                </a:solidFill>
                <a:latin typeface="Nimbus Sans"/>
                <a:ea typeface="Nimbus Sans"/>
                <a:cs typeface="Nimbus Sans"/>
              </a:defRPr>
            </a:lvl5pPr>
            <a:lvl6pPr>
              <a:defRPr sz="2025" b="0">
                <a:solidFill>
                  <a:srgbClr val="08205E"/>
                </a:solidFill>
                <a:latin typeface="Nimbus Sans"/>
                <a:ea typeface="Nimbus Sans"/>
                <a:cs typeface="Nimbus Sans"/>
              </a:defRPr>
            </a:lvl6pPr>
            <a:lvl7pPr>
              <a:defRPr sz="2025" b="0">
                <a:solidFill>
                  <a:srgbClr val="08205E"/>
                </a:solidFill>
                <a:latin typeface="Nimbus Sans"/>
                <a:ea typeface="Nimbus Sans"/>
                <a:cs typeface="Nimbus Sans"/>
              </a:defRPr>
            </a:lvl7pPr>
            <a:lvl8pPr>
              <a:defRPr sz="2025" b="0">
                <a:solidFill>
                  <a:srgbClr val="08205E"/>
                </a:solidFill>
                <a:latin typeface="Nimbus Sans"/>
                <a:ea typeface="Nimbus Sans"/>
                <a:cs typeface="Nimbus Sans"/>
              </a:defRPr>
            </a:lvl8pPr>
            <a:lvl9pPr>
              <a:defRPr sz="2025" b="0">
                <a:solidFill>
                  <a:srgbClr val="08205E"/>
                </a:solidFill>
                <a:latin typeface="Nimbus Sans"/>
                <a:ea typeface="Nimbus Sans"/>
                <a:cs typeface="Nimbus Sans"/>
              </a:defRPr>
            </a:lvl9pPr>
          </a:lstStyle>
          <a:p>
            <a:pPr>
              <a:defRPr sz="2025" b="0">
                <a:solidFill>
                  <a:srgbClr val="08205E"/>
                </a:solidFill>
                <a:latin typeface="Nimbus Sans"/>
                <a:ea typeface="Nimbus Sans"/>
                <a:cs typeface="Nimbus Sans"/>
              </a:defRPr>
            </a:pPr>
            <a:r>
              <a:rPr sz="2025" b="0">
                <a:solidFill>
                  <a:srgbClr val="08205E"/>
                </a:solidFill>
                <a:latin typeface="Nimbus Sans"/>
                <a:ea typeface="Nimbus Sans"/>
                <a:cs typeface="Nimbus Sans"/>
              </a:rPr>
              <a:t>They explain the tool’s</a:t>
            </a:r>
          </a:p>
          <a:p>
            <a:pPr>
              <a:defRPr sz="2025" b="0">
                <a:solidFill>
                  <a:srgbClr val="08205E"/>
                </a:solidFill>
                <a:latin typeface="Nimbus Sans"/>
                <a:ea typeface="Nimbus Sans"/>
                <a:cs typeface="Nimbus Sans"/>
              </a:defRPr>
            </a:pPr>
            <a:r>
              <a:rPr sz="2025" b="0">
                <a:solidFill>
                  <a:srgbClr val="08205E"/>
                </a:solidFill>
                <a:latin typeface="Nimbus Sans"/>
                <a:ea typeface="Nimbus Sans"/>
                <a:cs typeface="Nimbus Sans"/>
              </a:rPr>
              <a:t>score for this example.</a:t>
            </a:r>
          </a:p>
        </p:txBody>
      </p:sp>
      <p:sp>
        <p:nvSpPr>
          <p:cNvPr id="8" name="text-5">
            <a:extLst>
              <a:ext uri="{FF2B5EF4-FFF2-40B4-BE49-F238E27FC236}">
                <a16:creationId xmlns:a16="http://schemas.microsoft.com/office/drawing/2014/main" id="{01BEA8F9-B0D7-48A8-ABEA-58268622CB21}"/>
              </a:ext>
            </a:extLst>
          </p:cNvPr>
          <p:cNvSpPr>
            <a:spLocks noGrp="1"/>
          </p:cNvSpPr>
          <p:nvPr/>
        </p:nvSpPr>
        <p:spPr>
          <a:xfrm>
            <a:off x="714375" y="5857875"/>
            <a:ext cx="10668000" cy="428625"/>
          </a:xfrm>
          <a:prstGeom prst="rect">
            <a:avLst/>
          </a:prstGeom>
          <a:noFill/>
          <a:ln w="0">
            <a:noFill/>
            <a:prstDash val="solid"/>
          </a:ln>
        </p:spPr>
        <p:txBody>
          <a:bodyPr lIns="0" tIns="0" rIns="0" bIns="0" anchor="t"/>
          <a:lstStyle>
            <a:defPPr>
              <a:defRPr sz="1575" b="0">
                <a:solidFill>
                  <a:srgbClr val="46536A"/>
                </a:solidFill>
                <a:latin typeface="Nimbus Sans"/>
                <a:ea typeface="Nimbus Sans"/>
                <a:cs typeface="Nimbus Sans"/>
              </a:defRPr>
            </a:defPPr>
            <a:lvl1pPr>
              <a:defRPr sz="1575" b="0">
                <a:solidFill>
                  <a:srgbClr val="46536A"/>
                </a:solidFill>
                <a:latin typeface="Nimbus Sans"/>
                <a:ea typeface="Nimbus Sans"/>
                <a:cs typeface="Nimbus Sans"/>
              </a:defRPr>
            </a:lvl1pPr>
            <a:lvl2pPr>
              <a:defRPr sz="1575" b="0">
                <a:solidFill>
                  <a:srgbClr val="46536A"/>
                </a:solidFill>
                <a:latin typeface="Nimbus Sans"/>
                <a:ea typeface="Nimbus Sans"/>
                <a:cs typeface="Nimbus Sans"/>
              </a:defRPr>
            </a:lvl2pPr>
            <a:lvl3pPr>
              <a:defRPr sz="1575" b="0">
                <a:solidFill>
                  <a:srgbClr val="46536A"/>
                </a:solidFill>
                <a:latin typeface="Nimbus Sans"/>
                <a:ea typeface="Nimbus Sans"/>
                <a:cs typeface="Nimbus Sans"/>
              </a:defRPr>
            </a:lvl3pPr>
            <a:lvl4pPr>
              <a:defRPr sz="1575" b="0">
                <a:solidFill>
                  <a:srgbClr val="46536A"/>
                </a:solidFill>
                <a:latin typeface="Nimbus Sans"/>
                <a:ea typeface="Nimbus Sans"/>
                <a:cs typeface="Nimbus Sans"/>
              </a:defRPr>
            </a:lvl4pPr>
            <a:lvl5pPr>
              <a:defRPr sz="1575" b="0">
                <a:solidFill>
                  <a:srgbClr val="46536A"/>
                </a:solidFill>
                <a:latin typeface="Nimbus Sans"/>
                <a:ea typeface="Nimbus Sans"/>
                <a:cs typeface="Nimbus Sans"/>
              </a:defRPr>
            </a:lvl5pPr>
            <a:lvl6pPr>
              <a:defRPr sz="1575" b="0">
                <a:solidFill>
                  <a:srgbClr val="46536A"/>
                </a:solidFill>
                <a:latin typeface="Nimbus Sans"/>
                <a:ea typeface="Nimbus Sans"/>
                <a:cs typeface="Nimbus Sans"/>
              </a:defRPr>
            </a:lvl6pPr>
            <a:lvl7pPr>
              <a:defRPr sz="1575" b="0">
                <a:solidFill>
                  <a:srgbClr val="46536A"/>
                </a:solidFill>
                <a:latin typeface="Nimbus Sans"/>
                <a:ea typeface="Nimbus Sans"/>
                <a:cs typeface="Nimbus Sans"/>
              </a:defRPr>
            </a:lvl7pPr>
            <a:lvl8pPr>
              <a:defRPr sz="1575" b="0">
                <a:solidFill>
                  <a:srgbClr val="46536A"/>
                </a:solidFill>
                <a:latin typeface="Nimbus Sans"/>
                <a:ea typeface="Nimbus Sans"/>
                <a:cs typeface="Nimbus Sans"/>
              </a:defRPr>
            </a:lvl8pPr>
            <a:lvl9pPr>
              <a:defRPr sz="1575" b="0">
                <a:solidFill>
                  <a:srgbClr val="46536A"/>
                </a:solidFill>
                <a:latin typeface="Nimbus Sans"/>
                <a:ea typeface="Nimbus Sans"/>
                <a:cs typeface="Nimbus Sans"/>
              </a:defRPr>
            </a:lvl9pPr>
          </a:lstStyle>
          <a:p>
            <a:pPr>
              <a:defRPr sz="1575" b="0">
                <a:solidFill>
                  <a:srgbClr val="46536A"/>
                </a:solidFill>
                <a:latin typeface="Nimbus Sans"/>
                <a:ea typeface="Nimbus Sans"/>
                <a:cs typeface="Nimbus Sans"/>
              </a:defRPr>
            </a:pPr>
            <a:r>
              <a:rPr sz="1550" b="0">
                <a:solidFill>
                  <a:srgbClr val="46536A"/>
                </a:solidFill>
                <a:latin typeface="Nimbus Sans"/>
                <a:ea typeface="Nimbus Sans"/>
                <a:cs typeface="Nimbus Sans"/>
              </a:rPr>
              <a:t>Score points, not a predicted benefit from changing a factor. Other </a:t>
            </a:r>
            <a:r>
              <a:rPr lang="da-DK" sz="1550"/>
              <a:t>less relevant </a:t>
            </a:r>
            <a:r>
              <a:rPr sz="1550" b="0">
                <a:solidFill>
                  <a:srgbClr val="46536A"/>
                </a:solidFill>
                <a:latin typeface="Nimbus Sans"/>
                <a:ea typeface="Nimbus Sans"/>
                <a:cs typeface="Nimbus Sans"/>
              </a:rPr>
              <a:t>contributions</a:t>
            </a:r>
            <a:r>
              <a:rPr lang="da-DK" sz="1550"/>
              <a:t> have been left out</a:t>
            </a:r>
            <a:r>
              <a:rPr sz="1550" b="0">
                <a:solidFill>
                  <a:srgbClr val="46536A"/>
                </a:solidFill>
                <a:latin typeface="Nimbus Sans"/>
                <a:ea typeface="Nimbus Sans"/>
                <a:cs typeface="Nimbus Sans"/>
              </a:rPr>
              <a:t>.</a:t>
            </a:r>
          </a:p>
        </p:txBody>
      </p:sp>
    </p:spTree>
    <p:extLst>
      <p:ext uri="{BB962C8B-B14F-4D97-AF65-F5344CB8AC3E}">
        <p14:creationId xmlns:p14="http://schemas.microsoft.com/office/powerpoint/2010/main" val="7981246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pic>
        <p:nvPicPr>
          <p:cNvPr id="8" name="Billede 7">
            <a:extLst>
              <a:ext uri="{FF2B5EF4-FFF2-40B4-BE49-F238E27FC236}">
                <a16:creationId xmlns:a16="http://schemas.microsoft.com/office/drawing/2014/main" id="{81EA76A9-E1D2-47C9-8AA8-6B30F5BCF11A}"/>
              </a:ext>
            </a:extLst>
          </p:cNvPr>
          <p:cNvPicPr>
            <a:picLocks noChangeAspect="1"/>
          </p:cNvPicPr>
          <p:nvPr/>
        </p:nvPicPr>
        <p:blipFill>
          <a:blip r:embed="rId3"/>
          <a:stretch/>
        </p:blipFill>
        <p:spPr>
          <a:xfrm>
            <a:off x="2462" y="0"/>
            <a:ext cx="12187076" cy="6858000"/>
          </a:xfrm>
          <a:prstGeom prst="rect">
            <a:avLst/>
          </a:prstGeom>
        </p:spPr>
      </p:pic>
      <p:sp>
        <p:nvSpPr>
          <p:cNvPr id="2" name="content-background">
            <a:extLst>
              <a:ext uri="{FF2B5EF4-FFF2-40B4-BE49-F238E27FC236}">
                <a16:creationId xmlns:a16="http://schemas.microsoft.com/office/drawing/2014/main" id="{CCF2FF27-69EC-4427-9A6A-3A6869870E1F}"/>
              </a:ext>
            </a:extLst>
          </p:cNvPr>
          <p:cNvSpPr>
            <a:spLocks noGrp="1"/>
          </p:cNvSpPr>
          <p:nvPr/>
        </p:nvSpPr>
        <p:spPr>
          <a:xfrm>
            <a:off x="333375" y="266700"/>
            <a:ext cx="11525250" cy="6324600"/>
          </a:xfrm>
          <a:prstGeom prst="rect">
            <a:avLst/>
          </a:prstGeom>
          <a:solidFill>
            <a:srgbClr val="FFFFFF"/>
          </a:solidFill>
          <a:ln w="0">
            <a:noFill/>
            <a:prstDash val="solid"/>
          </a:ln>
        </p:spPr>
        <p:txBody>
          <a:bodyPr/>
          <a:lstStyle/>
          <a:p>
            <a:endParaRPr lang="da-DK"/>
          </a:p>
        </p:txBody>
      </p:sp>
      <p:sp>
        <p:nvSpPr>
          <p:cNvPr id="3" name="text-1">
            <a:extLst>
              <a:ext uri="{FF2B5EF4-FFF2-40B4-BE49-F238E27FC236}">
                <a16:creationId xmlns:a16="http://schemas.microsoft.com/office/drawing/2014/main" id="{5E42349E-5124-485E-BB5D-752B58C23746}"/>
              </a:ext>
            </a:extLst>
          </p:cNvPr>
          <p:cNvSpPr>
            <a:spLocks noGrp="1"/>
          </p:cNvSpPr>
          <p:nvPr/>
        </p:nvSpPr>
        <p:spPr>
          <a:xfrm>
            <a:off x="666750" y="542925"/>
            <a:ext cx="10858500" cy="876300"/>
          </a:xfrm>
          <a:prstGeom prst="rect">
            <a:avLst/>
          </a:prstGeom>
          <a:noFill/>
          <a:ln w="0">
            <a:noFill/>
            <a:prstDash val="solid"/>
          </a:ln>
        </p:spPr>
        <p:txBody>
          <a:bodyPr lIns="0" tIns="0" rIns="0" bIns="0" anchor="t"/>
          <a:lstStyle>
            <a:defPPr>
              <a:defRPr sz="3300" b="1">
                <a:solidFill>
                  <a:srgbClr val="08205E"/>
                </a:solidFill>
                <a:latin typeface="Nimbus Sans"/>
                <a:ea typeface="Nimbus Sans"/>
                <a:cs typeface="Nimbus Sans"/>
              </a:defRPr>
            </a:defPPr>
            <a:lvl1pPr>
              <a:defRPr sz="3300" b="1">
                <a:solidFill>
                  <a:srgbClr val="08205E"/>
                </a:solidFill>
                <a:latin typeface="Nimbus Sans"/>
                <a:ea typeface="Nimbus Sans"/>
                <a:cs typeface="Nimbus Sans"/>
              </a:defRPr>
            </a:lvl1pPr>
            <a:lvl2pPr>
              <a:defRPr sz="3300" b="1">
                <a:solidFill>
                  <a:srgbClr val="08205E"/>
                </a:solidFill>
                <a:latin typeface="Nimbus Sans"/>
                <a:ea typeface="Nimbus Sans"/>
                <a:cs typeface="Nimbus Sans"/>
              </a:defRPr>
            </a:lvl2pPr>
            <a:lvl3pPr>
              <a:defRPr sz="3300" b="1">
                <a:solidFill>
                  <a:srgbClr val="08205E"/>
                </a:solidFill>
                <a:latin typeface="Nimbus Sans"/>
                <a:ea typeface="Nimbus Sans"/>
                <a:cs typeface="Nimbus Sans"/>
              </a:defRPr>
            </a:lvl3pPr>
            <a:lvl4pPr>
              <a:defRPr sz="3300" b="1">
                <a:solidFill>
                  <a:srgbClr val="08205E"/>
                </a:solidFill>
                <a:latin typeface="Nimbus Sans"/>
                <a:ea typeface="Nimbus Sans"/>
                <a:cs typeface="Nimbus Sans"/>
              </a:defRPr>
            </a:lvl4pPr>
            <a:lvl5pPr>
              <a:defRPr sz="3300" b="1">
                <a:solidFill>
                  <a:srgbClr val="08205E"/>
                </a:solidFill>
                <a:latin typeface="Nimbus Sans"/>
                <a:ea typeface="Nimbus Sans"/>
                <a:cs typeface="Nimbus Sans"/>
              </a:defRPr>
            </a:lvl5pPr>
            <a:lvl6pPr>
              <a:defRPr sz="3300" b="1">
                <a:solidFill>
                  <a:srgbClr val="08205E"/>
                </a:solidFill>
                <a:latin typeface="Nimbus Sans"/>
                <a:ea typeface="Nimbus Sans"/>
                <a:cs typeface="Nimbus Sans"/>
              </a:defRPr>
            </a:lvl6pPr>
            <a:lvl7pPr>
              <a:defRPr sz="3300" b="1">
                <a:solidFill>
                  <a:srgbClr val="08205E"/>
                </a:solidFill>
                <a:latin typeface="Nimbus Sans"/>
                <a:ea typeface="Nimbus Sans"/>
                <a:cs typeface="Nimbus Sans"/>
              </a:defRPr>
            </a:lvl7pPr>
            <a:lvl8pPr>
              <a:defRPr sz="3300" b="1">
                <a:solidFill>
                  <a:srgbClr val="08205E"/>
                </a:solidFill>
                <a:latin typeface="Nimbus Sans"/>
                <a:ea typeface="Nimbus Sans"/>
                <a:cs typeface="Nimbus Sans"/>
              </a:defRPr>
            </a:lvl8pPr>
            <a:lvl9pPr>
              <a:defRPr sz="3300" b="1">
                <a:solidFill>
                  <a:srgbClr val="08205E"/>
                </a:solidFill>
                <a:latin typeface="Nimbus Sans"/>
                <a:ea typeface="Nimbus Sans"/>
                <a:cs typeface="Nimbus Sans"/>
              </a:defRPr>
            </a:lvl9pPr>
          </a:lstStyle>
          <a:p>
            <a:pPr>
              <a:defRPr sz="3300" b="1">
                <a:solidFill>
                  <a:srgbClr val="08205E"/>
                </a:solidFill>
                <a:latin typeface="Nimbus Sans"/>
                <a:ea typeface="Nimbus Sans"/>
                <a:cs typeface="Nimbus Sans"/>
              </a:defRPr>
            </a:pPr>
            <a:r>
              <a:rPr sz="3300" b="1">
                <a:solidFill>
                  <a:srgbClr val="08205E"/>
                </a:solidFill>
                <a:latin typeface="Nimbus Sans"/>
                <a:ea typeface="Nimbus Sans"/>
                <a:cs typeface="Nimbus Sans"/>
              </a:rPr>
              <a:t>Two models gave the same flag</a:t>
            </a:r>
          </a:p>
        </p:txBody>
      </p:sp>
      <p:sp>
        <p:nvSpPr>
          <p:cNvPr id="4" name="text-2">
            <a:extLst>
              <a:ext uri="{FF2B5EF4-FFF2-40B4-BE49-F238E27FC236}">
                <a16:creationId xmlns:a16="http://schemas.microsoft.com/office/drawing/2014/main" id="{AAA94DCE-291D-477D-9E84-58657D4741F4}"/>
              </a:ext>
            </a:extLst>
          </p:cNvPr>
          <p:cNvSpPr>
            <a:spLocks noGrp="1"/>
          </p:cNvSpPr>
          <p:nvPr/>
        </p:nvSpPr>
        <p:spPr>
          <a:xfrm>
            <a:off x="666750" y="6343650"/>
            <a:ext cx="8096250" cy="190500"/>
          </a:xfrm>
          <a:prstGeom prst="rect">
            <a:avLst/>
          </a:prstGeom>
          <a:noFill/>
          <a:ln w="0">
            <a:noFill/>
            <a:prstDash val="solid"/>
          </a:ln>
        </p:spPr>
        <p:txBody>
          <a:bodyPr lIns="0" tIns="0" rIns="0" bIns="0" anchor="t"/>
          <a:lstStyle>
            <a:defPPr>
              <a:defRPr sz="1125" b="0">
                <a:solidFill>
                  <a:srgbClr val="46536A"/>
                </a:solidFill>
                <a:latin typeface="Nimbus Sans"/>
                <a:ea typeface="Nimbus Sans"/>
                <a:cs typeface="Nimbus Sans"/>
              </a:defRPr>
            </a:defPPr>
            <a:lvl1pPr>
              <a:defRPr sz="1125" b="0">
                <a:solidFill>
                  <a:srgbClr val="46536A"/>
                </a:solidFill>
                <a:latin typeface="Nimbus Sans"/>
                <a:ea typeface="Nimbus Sans"/>
                <a:cs typeface="Nimbus Sans"/>
              </a:defRPr>
            </a:lvl1pPr>
            <a:lvl2pPr>
              <a:defRPr sz="1125" b="0">
                <a:solidFill>
                  <a:srgbClr val="46536A"/>
                </a:solidFill>
                <a:latin typeface="Nimbus Sans"/>
                <a:ea typeface="Nimbus Sans"/>
                <a:cs typeface="Nimbus Sans"/>
              </a:defRPr>
            </a:lvl2pPr>
            <a:lvl3pPr>
              <a:defRPr sz="1125" b="0">
                <a:solidFill>
                  <a:srgbClr val="46536A"/>
                </a:solidFill>
                <a:latin typeface="Nimbus Sans"/>
                <a:ea typeface="Nimbus Sans"/>
                <a:cs typeface="Nimbus Sans"/>
              </a:defRPr>
            </a:lvl3pPr>
            <a:lvl4pPr>
              <a:defRPr sz="1125" b="0">
                <a:solidFill>
                  <a:srgbClr val="46536A"/>
                </a:solidFill>
                <a:latin typeface="Nimbus Sans"/>
                <a:ea typeface="Nimbus Sans"/>
                <a:cs typeface="Nimbus Sans"/>
              </a:defRPr>
            </a:lvl4pPr>
            <a:lvl5pPr>
              <a:defRPr sz="1125" b="0">
                <a:solidFill>
                  <a:srgbClr val="46536A"/>
                </a:solidFill>
                <a:latin typeface="Nimbus Sans"/>
                <a:ea typeface="Nimbus Sans"/>
                <a:cs typeface="Nimbus Sans"/>
              </a:defRPr>
            </a:lvl5pPr>
            <a:lvl6pPr>
              <a:defRPr sz="1125" b="0">
                <a:solidFill>
                  <a:srgbClr val="46536A"/>
                </a:solidFill>
                <a:latin typeface="Nimbus Sans"/>
                <a:ea typeface="Nimbus Sans"/>
                <a:cs typeface="Nimbus Sans"/>
              </a:defRPr>
            </a:lvl6pPr>
            <a:lvl7pPr>
              <a:defRPr sz="1125" b="0">
                <a:solidFill>
                  <a:srgbClr val="46536A"/>
                </a:solidFill>
                <a:latin typeface="Nimbus Sans"/>
                <a:ea typeface="Nimbus Sans"/>
                <a:cs typeface="Nimbus Sans"/>
              </a:defRPr>
            </a:lvl7pPr>
            <a:lvl8pPr>
              <a:defRPr sz="1125" b="0">
                <a:solidFill>
                  <a:srgbClr val="46536A"/>
                </a:solidFill>
                <a:latin typeface="Nimbus Sans"/>
                <a:ea typeface="Nimbus Sans"/>
                <a:cs typeface="Nimbus Sans"/>
              </a:defRPr>
            </a:lvl8pPr>
            <a:lvl9pPr>
              <a:defRPr sz="1125" b="0">
                <a:solidFill>
                  <a:srgbClr val="46536A"/>
                </a:solidFill>
                <a:latin typeface="Nimbus Sans"/>
                <a:ea typeface="Nimbus Sans"/>
                <a:cs typeface="Nimbus Sans"/>
              </a:defRPr>
            </a:lvl9pPr>
          </a:lstStyle>
          <a:p>
            <a:pPr>
              <a:defRPr sz="1125" b="0">
                <a:solidFill>
                  <a:srgbClr val="46536A"/>
                </a:solidFill>
                <a:latin typeface="Nimbus Sans"/>
                <a:ea typeface="Nimbus Sans"/>
                <a:cs typeface="Nimbus Sans"/>
              </a:defRPr>
            </a:pPr>
            <a:r>
              <a:rPr sz="1125" b="0">
                <a:solidFill>
                  <a:srgbClr val="46536A"/>
                </a:solidFill>
                <a:latin typeface="Nimbus Sans"/>
                <a:ea typeface="Nimbus Sans"/>
                <a:cs typeface="Nimbus Sans"/>
              </a:rPr>
              <a:t>3 Patient   /   5</a:t>
            </a:r>
          </a:p>
        </p:txBody>
      </p:sp>
      <p:graphicFrame>
        <p:nvGraphicFramePr>
          <p:cNvPr id="5" name="Tabel 4">
            <a:extLst>
              <a:ext uri="{FF2B5EF4-FFF2-40B4-BE49-F238E27FC236}">
                <a16:creationId xmlns:a16="http://schemas.microsoft.com/office/drawing/2014/main" id="{5459FBD2-9441-4359-BD8B-52F50A9652DD}"/>
              </a:ext>
            </a:extLst>
          </p:cNvPr>
          <p:cNvGraphicFramePr/>
          <p:nvPr>
            <p:extLst>
              <p:ext uri="{D42A27DB-BD31-4B8C-83A1-F6EECF244321}">
                <p14:modId xmlns:p14="http://schemas.microsoft.com/office/powerpoint/2010/main" val="1682462469"/>
              </p:ext>
            </p:extLst>
          </p:nvPr>
        </p:nvGraphicFramePr>
        <p:xfrm>
          <a:off x="666750" y="1952625"/>
          <a:ext cx="10858500" cy="1857375"/>
        </p:xfrm>
        <a:graphic>
          <a:graphicData uri="http://schemas.openxmlformats.org/drawingml/2006/table">
            <a:tbl>
              <a:tblPr/>
              <a:tblGrid>
                <a:gridCol w="4286250">
                  <a:extLst>
                    <a:ext uri="{9D8B030D-6E8A-4147-A177-3AD203B41FA5}">
                      <a16:colId xmlns:a16="http://schemas.microsoft.com/office/drawing/2014/main" val="20000"/>
                    </a:ext>
                  </a:extLst>
                </a:gridCol>
                <a:gridCol w="6572250">
                  <a:extLst>
                    <a:ext uri="{9D8B030D-6E8A-4147-A177-3AD203B41FA5}">
                      <a16:colId xmlns:a16="http://schemas.microsoft.com/office/drawing/2014/main" val="20001"/>
                    </a:ext>
                  </a:extLst>
                </a:gridCol>
              </a:tblGrid>
              <a:tr h="619125">
                <a:tc>
                  <a:txBody>
                    <a:bodyPr/>
                    <a:lstStyle/>
                    <a:p>
                      <a:r>
                        <a:rPr sz="2250" b="1">
                          <a:solidFill>
                            <a:srgbClr val="FFFFFF"/>
                          </a:solidFill>
                          <a:latin typeface="Nimbus Sans"/>
                          <a:ea typeface="Nimbus Sans"/>
                          <a:cs typeface="Nimbus Sans"/>
                        </a:rPr>
                        <a:t>Tool</a:t>
                      </a:r>
                    </a:p>
                  </a:txBody>
                  <a:tcPr>
                    <a:lnL w="9525">
                      <a:solidFill>
                        <a:srgbClr val="D5DEEF"/>
                      </a:solidFill>
                      <a:prstDash val="solid"/>
                    </a:lnL>
                    <a:lnR w="9525">
                      <a:solidFill>
                        <a:srgbClr val="D5DEEF"/>
                      </a:solidFill>
                      <a:prstDash val="solid"/>
                    </a:lnR>
                    <a:lnT w="9525">
                      <a:solidFill>
                        <a:srgbClr val="D5DEEF"/>
                      </a:solidFill>
                      <a:prstDash val="solid"/>
                    </a:lnT>
                    <a:lnB w="9525">
                      <a:solidFill>
                        <a:srgbClr val="D5DEEF"/>
                      </a:solidFill>
                      <a:prstDash val="solid"/>
                    </a:lnB>
                    <a:solidFill>
                      <a:srgbClr val="3B5DAE"/>
                    </a:solidFill>
                  </a:tcPr>
                </a:tc>
                <a:tc>
                  <a:txBody>
                    <a:bodyPr/>
                    <a:lstStyle/>
                    <a:p>
                      <a:r>
                        <a:rPr sz="2250" b="1">
                          <a:solidFill>
                            <a:srgbClr val="FFFFFF"/>
                          </a:solidFill>
                          <a:latin typeface="Nimbus Sans"/>
                          <a:ea typeface="Nimbus Sans"/>
                          <a:cs typeface="Nimbus Sans"/>
                        </a:rPr>
                        <a:t>Result for this example</a:t>
                      </a:r>
                    </a:p>
                  </a:txBody>
                  <a:tcPr>
                    <a:lnL w="9525" cap="flat" cmpd="sng" algn="ctr">
                      <a:solidFill>
                        <a:srgbClr val="D5DEEF"/>
                      </a:solidFill>
                      <a:prstDash val="solid"/>
                      <a:round/>
                      <a:headEnd type="none" w="med" len="med"/>
                      <a:tailEnd type="none" w="med" len="med"/>
                    </a:lnL>
                    <a:lnR w="9525">
                      <a:solidFill>
                        <a:srgbClr val="D5DEEF"/>
                      </a:solidFill>
                      <a:prstDash val="solid"/>
                    </a:lnR>
                    <a:lnT w="9525">
                      <a:solidFill>
                        <a:srgbClr val="D5DEEF"/>
                      </a:solidFill>
                      <a:prstDash val="solid"/>
                    </a:lnT>
                    <a:lnB w="9525">
                      <a:solidFill>
                        <a:srgbClr val="D5DEEF"/>
                      </a:solidFill>
                      <a:prstDash val="solid"/>
                    </a:lnB>
                    <a:solidFill>
                      <a:srgbClr val="3B5DAE"/>
                    </a:solidFill>
                  </a:tcPr>
                </a:tc>
                <a:extLst>
                  <a:ext uri="{0D108BD9-81ED-4DB2-BD59-A6C34878D82A}">
                    <a16:rowId xmlns:a16="http://schemas.microsoft.com/office/drawing/2014/main" val="10000"/>
                  </a:ext>
                </a:extLst>
              </a:tr>
              <a:tr h="619125">
                <a:tc>
                  <a:txBody>
                    <a:bodyPr/>
                    <a:lstStyle/>
                    <a:p>
                      <a:pPr lvl="0">
                        <a:buNone/>
                      </a:pPr>
                      <a:r>
                        <a:rPr lang="da-DK" sz="2250" b="0">
                          <a:solidFill>
                            <a:srgbClr val="08205E"/>
                          </a:solidFill>
                          <a:latin typeface="Nimbus Sans"/>
                          <a:ea typeface="Nimbus Sans"/>
                          <a:cs typeface="Nimbus Sans"/>
                        </a:rPr>
                        <a:t>Model 1</a:t>
                      </a:r>
                      <a:endParaRPr sz="2250" b="0">
                        <a:solidFill>
                          <a:srgbClr val="08205E"/>
                        </a:solidFill>
                        <a:latin typeface="Nimbus Sans"/>
                        <a:ea typeface="Nimbus Sans"/>
                        <a:cs typeface="Nimbus Sans"/>
                      </a:endParaRPr>
                    </a:p>
                  </a:txBody>
                  <a:tcPr>
                    <a:lnL w="9525">
                      <a:solidFill>
                        <a:srgbClr val="D5DEEF"/>
                      </a:solidFill>
                      <a:prstDash val="solid"/>
                    </a:lnL>
                    <a:lnR w="9525">
                      <a:solidFill>
                        <a:srgbClr val="D5DEEF"/>
                      </a:solidFill>
                      <a:prstDash val="solid"/>
                    </a:lnR>
                    <a:lnT w="9525" cap="flat" cmpd="sng" algn="ctr">
                      <a:solidFill>
                        <a:srgbClr val="D5DEEF"/>
                      </a:solidFill>
                      <a:prstDash val="solid"/>
                      <a:round/>
                      <a:headEnd type="none" w="med" len="med"/>
                      <a:tailEnd type="none" w="med" len="med"/>
                    </a:lnT>
                    <a:lnB w="9525">
                      <a:solidFill>
                        <a:srgbClr val="D5DEEF"/>
                      </a:solidFill>
                      <a:prstDash val="solid"/>
                    </a:lnB>
                    <a:solidFill>
                      <a:srgbClr val="F2F6FC"/>
                    </a:solidFill>
                  </a:tcPr>
                </a:tc>
                <a:tc>
                  <a:txBody>
                    <a:bodyPr/>
                    <a:lstStyle/>
                    <a:p>
                      <a:r>
                        <a:rPr sz="2250" b="0">
                          <a:solidFill>
                            <a:srgbClr val="08205E"/>
                          </a:solidFill>
                          <a:latin typeface="Nimbus Sans"/>
                          <a:ea typeface="Nimbus Sans"/>
                          <a:cs typeface="Nimbus Sans"/>
                        </a:rPr>
                        <a:t>Flags prediabetes or diabetes</a:t>
                      </a:r>
                    </a:p>
                  </a:txBody>
                  <a:tcPr>
                    <a:lnL w="9525" cap="flat" cmpd="sng" algn="ctr">
                      <a:solidFill>
                        <a:srgbClr val="D5DEEF"/>
                      </a:solidFill>
                      <a:prstDash val="solid"/>
                      <a:round/>
                      <a:headEnd type="none" w="med" len="med"/>
                      <a:tailEnd type="none" w="med" len="med"/>
                    </a:lnL>
                    <a:lnR w="9525">
                      <a:solidFill>
                        <a:srgbClr val="D5DEEF"/>
                      </a:solidFill>
                      <a:prstDash val="solid"/>
                    </a:lnR>
                    <a:lnT w="9525" cap="flat" cmpd="sng" algn="ctr">
                      <a:solidFill>
                        <a:srgbClr val="D5DEEF"/>
                      </a:solidFill>
                      <a:prstDash val="solid"/>
                      <a:round/>
                      <a:headEnd type="none" w="med" len="med"/>
                      <a:tailEnd type="none" w="med" len="med"/>
                    </a:lnT>
                    <a:lnB w="9525">
                      <a:solidFill>
                        <a:srgbClr val="D5DEEF"/>
                      </a:solidFill>
                      <a:prstDash val="solid"/>
                    </a:lnB>
                    <a:solidFill>
                      <a:srgbClr val="F2F6FC"/>
                    </a:solidFill>
                  </a:tcPr>
                </a:tc>
                <a:extLst>
                  <a:ext uri="{0D108BD9-81ED-4DB2-BD59-A6C34878D82A}">
                    <a16:rowId xmlns:a16="http://schemas.microsoft.com/office/drawing/2014/main" val="10001"/>
                  </a:ext>
                </a:extLst>
              </a:tr>
              <a:tr h="619125">
                <a:tc>
                  <a:txBody>
                    <a:bodyPr/>
                    <a:lstStyle/>
                    <a:p>
                      <a:pPr lvl="0">
                        <a:buNone/>
                      </a:pPr>
                      <a:r>
                        <a:rPr lang="da-DK" sz="2250" b="0">
                          <a:solidFill>
                            <a:srgbClr val="08205E"/>
                          </a:solidFill>
                          <a:latin typeface="Nimbus Sans"/>
                          <a:ea typeface="Nimbus Sans"/>
                          <a:cs typeface="Nimbus Sans"/>
                        </a:rPr>
                        <a:t>Model 2</a:t>
                      </a:r>
                      <a:endParaRPr sz="2250" b="0">
                        <a:solidFill>
                          <a:srgbClr val="08205E"/>
                        </a:solidFill>
                        <a:latin typeface="Nimbus Sans"/>
                        <a:ea typeface="Nimbus Sans"/>
                        <a:cs typeface="Nimbus Sans"/>
                      </a:endParaRPr>
                    </a:p>
                  </a:txBody>
                  <a:tcPr>
                    <a:lnL w="9525">
                      <a:solidFill>
                        <a:srgbClr val="D5DEEF"/>
                      </a:solidFill>
                      <a:prstDash val="solid"/>
                    </a:lnL>
                    <a:lnR w="9525">
                      <a:solidFill>
                        <a:srgbClr val="D5DEEF"/>
                      </a:solidFill>
                      <a:prstDash val="solid"/>
                    </a:lnR>
                    <a:lnT w="9525" cap="flat" cmpd="sng" algn="ctr">
                      <a:solidFill>
                        <a:srgbClr val="D5DEEF"/>
                      </a:solidFill>
                      <a:prstDash val="solid"/>
                      <a:round/>
                      <a:headEnd type="none" w="med" len="med"/>
                      <a:tailEnd type="none" w="med" len="med"/>
                    </a:lnT>
                    <a:lnB w="9525">
                      <a:solidFill>
                        <a:srgbClr val="D5DEEF"/>
                      </a:solidFill>
                      <a:prstDash val="solid"/>
                    </a:lnB>
                    <a:solidFill>
                      <a:srgbClr val="FFFFFF"/>
                    </a:solidFill>
                  </a:tcPr>
                </a:tc>
                <a:tc>
                  <a:txBody>
                    <a:bodyPr/>
                    <a:lstStyle/>
                    <a:p>
                      <a:r>
                        <a:rPr sz="2250" b="0">
                          <a:solidFill>
                            <a:srgbClr val="08205E"/>
                          </a:solidFill>
                          <a:latin typeface="Nimbus Sans"/>
                          <a:ea typeface="Nimbus Sans"/>
                          <a:cs typeface="Nimbus Sans"/>
                        </a:rPr>
                        <a:t>Flags prediabetes or diabetes</a:t>
                      </a:r>
                    </a:p>
                  </a:txBody>
                  <a:tcPr>
                    <a:lnL w="9525" cap="flat" cmpd="sng" algn="ctr">
                      <a:solidFill>
                        <a:srgbClr val="D5DEEF"/>
                      </a:solidFill>
                      <a:prstDash val="solid"/>
                      <a:round/>
                      <a:headEnd type="none" w="med" len="med"/>
                      <a:tailEnd type="none" w="med" len="med"/>
                    </a:lnL>
                    <a:lnR w="9525">
                      <a:solidFill>
                        <a:srgbClr val="D5DEEF"/>
                      </a:solidFill>
                      <a:prstDash val="solid"/>
                    </a:lnR>
                    <a:lnT w="9525" cap="flat" cmpd="sng" algn="ctr">
                      <a:solidFill>
                        <a:srgbClr val="D5DEEF"/>
                      </a:solidFill>
                      <a:prstDash val="solid"/>
                      <a:round/>
                      <a:headEnd type="none" w="med" len="med"/>
                      <a:tailEnd type="none" w="med" len="med"/>
                    </a:lnT>
                    <a:lnB w="9525">
                      <a:solidFill>
                        <a:srgbClr val="D5DEEF"/>
                      </a:solidFill>
                      <a:prstDash val="solid"/>
                    </a:lnB>
                    <a:solidFill>
                      <a:srgbClr val="FFFFFF"/>
                    </a:solidFill>
                  </a:tcPr>
                </a:tc>
                <a:extLst>
                  <a:ext uri="{0D108BD9-81ED-4DB2-BD59-A6C34878D82A}">
                    <a16:rowId xmlns:a16="http://schemas.microsoft.com/office/drawing/2014/main" val="10002"/>
                  </a:ext>
                </a:extLst>
              </a:tr>
            </a:tbl>
          </a:graphicData>
        </a:graphic>
      </p:graphicFrame>
      <p:sp>
        <p:nvSpPr>
          <p:cNvPr id="6" name="text-3">
            <a:extLst>
              <a:ext uri="{FF2B5EF4-FFF2-40B4-BE49-F238E27FC236}">
                <a16:creationId xmlns:a16="http://schemas.microsoft.com/office/drawing/2014/main" id="{8D783BE6-CE10-46BC-A917-0B6690B0EFF4}"/>
              </a:ext>
            </a:extLst>
          </p:cNvPr>
          <p:cNvSpPr>
            <a:spLocks noGrp="1"/>
          </p:cNvSpPr>
          <p:nvPr/>
        </p:nvSpPr>
        <p:spPr>
          <a:xfrm>
            <a:off x="663575" y="4623254"/>
            <a:ext cx="10668000" cy="762000"/>
          </a:xfrm>
          <a:prstGeom prst="rect">
            <a:avLst/>
          </a:prstGeom>
          <a:noFill/>
          <a:ln w="0">
            <a:noFill/>
            <a:prstDash val="solid"/>
          </a:ln>
        </p:spPr>
        <p:txBody>
          <a:bodyPr lIns="0" tIns="0" rIns="0" bIns="0" anchor="t"/>
          <a:lstStyle>
            <a:defPPr>
              <a:defRPr sz="2775" b="1">
                <a:solidFill>
                  <a:srgbClr val="08205E"/>
                </a:solidFill>
                <a:latin typeface="Nimbus Sans"/>
                <a:ea typeface="Nimbus Sans"/>
                <a:cs typeface="Nimbus Sans"/>
              </a:defRPr>
            </a:defPPr>
            <a:lvl1pPr>
              <a:defRPr sz="2775" b="1">
                <a:solidFill>
                  <a:srgbClr val="08205E"/>
                </a:solidFill>
                <a:latin typeface="Nimbus Sans"/>
                <a:ea typeface="Nimbus Sans"/>
                <a:cs typeface="Nimbus Sans"/>
              </a:defRPr>
            </a:lvl1pPr>
            <a:lvl2pPr>
              <a:defRPr sz="2775" b="1">
                <a:solidFill>
                  <a:srgbClr val="08205E"/>
                </a:solidFill>
                <a:latin typeface="Nimbus Sans"/>
                <a:ea typeface="Nimbus Sans"/>
                <a:cs typeface="Nimbus Sans"/>
              </a:defRPr>
            </a:lvl2pPr>
            <a:lvl3pPr>
              <a:defRPr sz="2775" b="1">
                <a:solidFill>
                  <a:srgbClr val="08205E"/>
                </a:solidFill>
                <a:latin typeface="Nimbus Sans"/>
                <a:ea typeface="Nimbus Sans"/>
                <a:cs typeface="Nimbus Sans"/>
              </a:defRPr>
            </a:lvl3pPr>
            <a:lvl4pPr>
              <a:defRPr sz="2775" b="1">
                <a:solidFill>
                  <a:srgbClr val="08205E"/>
                </a:solidFill>
                <a:latin typeface="Nimbus Sans"/>
                <a:ea typeface="Nimbus Sans"/>
                <a:cs typeface="Nimbus Sans"/>
              </a:defRPr>
            </a:lvl4pPr>
            <a:lvl5pPr>
              <a:defRPr sz="2775" b="1">
                <a:solidFill>
                  <a:srgbClr val="08205E"/>
                </a:solidFill>
                <a:latin typeface="Nimbus Sans"/>
                <a:ea typeface="Nimbus Sans"/>
                <a:cs typeface="Nimbus Sans"/>
              </a:defRPr>
            </a:lvl5pPr>
            <a:lvl6pPr>
              <a:defRPr sz="2775" b="1">
                <a:solidFill>
                  <a:srgbClr val="08205E"/>
                </a:solidFill>
                <a:latin typeface="Nimbus Sans"/>
                <a:ea typeface="Nimbus Sans"/>
                <a:cs typeface="Nimbus Sans"/>
              </a:defRPr>
            </a:lvl6pPr>
            <a:lvl7pPr>
              <a:defRPr sz="2775" b="1">
                <a:solidFill>
                  <a:srgbClr val="08205E"/>
                </a:solidFill>
                <a:latin typeface="Nimbus Sans"/>
                <a:ea typeface="Nimbus Sans"/>
                <a:cs typeface="Nimbus Sans"/>
              </a:defRPr>
            </a:lvl7pPr>
            <a:lvl8pPr>
              <a:defRPr sz="2775" b="1">
                <a:solidFill>
                  <a:srgbClr val="08205E"/>
                </a:solidFill>
                <a:latin typeface="Nimbus Sans"/>
                <a:ea typeface="Nimbus Sans"/>
                <a:cs typeface="Nimbus Sans"/>
              </a:defRPr>
            </a:lvl8pPr>
            <a:lvl9pPr>
              <a:defRPr sz="2775" b="1">
                <a:solidFill>
                  <a:srgbClr val="08205E"/>
                </a:solidFill>
                <a:latin typeface="Nimbus Sans"/>
                <a:ea typeface="Nimbus Sans"/>
                <a:cs typeface="Nimbus Sans"/>
              </a:defRPr>
            </a:lvl9pPr>
          </a:lstStyle>
          <a:p>
            <a:pPr>
              <a:defRPr sz="2775" b="1">
                <a:solidFill>
                  <a:srgbClr val="08205E"/>
                </a:solidFill>
                <a:latin typeface="Nimbus Sans"/>
                <a:ea typeface="Nimbus Sans"/>
                <a:cs typeface="Nimbus Sans"/>
              </a:defRPr>
            </a:pPr>
            <a:r>
              <a:rPr sz="2775" b="1">
                <a:solidFill>
                  <a:srgbClr val="08205E"/>
                </a:solidFill>
                <a:latin typeface="Nimbus Sans"/>
                <a:ea typeface="Nimbus Sans"/>
                <a:cs typeface="Nimbus Sans"/>
              </a:rPr>
              <a:t>Agreement does not replace a clinical assessment.</a:t>
            </a:r>
          </a:p>
        </p:txBody>
      </p:sp>
      <p:sp>
        <p:nvSpPr>
          <p:cNvPr id="7" name="text-4">
            <a:extLst>
              <a:ext uri="{FF2B5EF4-FFF2-40B4-BE49-F238E27FC236}">
                <a16:creationId xmlns:a16="http://schemas.microsoft.com/office/drawing/2014/main" id="{CC56FB6B-AC71-40DF-9115-51305BDF2048}"/>
              </a:ext>
            </a:extLst>
          </p:cNvPr>
          <p:cNvSpPr>
            <a:spLocks noGrp="1"/>
          </p:cNvSpPr>
          <p:nvPr/>
        </p:nvSpPr>
        <p:spPr>
          <a:xfrm>
            <a:off x="663575" y="5190218"/>
            <a:ext cx="10668000" cy="381000"/>
          </a:xfrm>
          <a:prstGeom prst="rect">
            <a:avLst/>
          </a:prstGeom>
          <a:noFill/>
          <a:ln w="0">
            <a:noFill/>
            <a:prstDash val="solid"/>
          </a:ln>
        </p:spPr>
        <p:txBody>
          <a:bodyPr lIns="0" tIns="0" rIns="0" bIns="0" anchor="t"/>
          <a:lstStyle>
            <a:defPPr>
              <a:defRPr sz="1725" b="0">
                <a:solidFill>
                  <a:srgbClr val="46536A"/>
                </a:solidFill>
                <a:latin typeface="Nimbus Sans"/>
                <a:ea typeface="Nimbus Sans"/>
                <a:cs typeface="Nimbus Sans"/>
              </a:defRPr>
            </a:defPPr>
            <a:lvl1pPr>
              <a:defRPr sz="1725" b="0">
                <a:solidFill>
                  <a:srgbClr val="46536A"/>
                </a:solidFill>
                <a:latin typeface="Nimbus Sans"/>
                <a:ea typeface="Nimbus Sans"/>
                <a:cs typeface="Nimbus Sans"/>
              </a:defRPr>
            </a:lvl1pPr>
            <a:lvl2pPr>
              <a:defRPr sz="1725" b="0">
                <a:solidFill>
                  <a:srgbClr val="46536A"/>
                </a:solidFill>
                <a:latin typeface="Nimbus Sans"/>
                <a:ea typeface="Nimbus Sans"/>
                <a:cs typeface="Nimbus Sans"/>
              </a:defRPr>
            </a:lvl2pPr>
            <a:lvl3pPr>
              <a:defRPr sz="1725" b="0">
                <a:solidFill>
                  <a:srgbClr val="46536A"/>
                </a:solidFill>
                <a:latin typeface="Nimbus Sans"/>
                <a:ea typeface="Nimbus Sans"/>
                <a:cs typeface="Nimbus Sans"/>
              </a:defRPr>
            </a:lvl3pPr>
            <a:lvl4pPr>
              <a:defRPr sz="1725" b="0">
                <a:solidFill>
                  <a:srgbClr val="46536A"/>
                </a:solidFill>
                <a:latin typeface="Nimbus Sans"/>
                <a:ea typeface="Nimbus Sans"/>
                <a:cs typeface="Nimbus Sans"/>
              </a:defRPr>
            </a:lvl4pPr>
            <a:lvl5pPr>
              <a:defRPr sz="1725" b="0">
                <a:solidFill>
                  <a:srgbClr val="46536A"/>
                </a:solidFill>
                <a:latin typeface="Nimbus Sans"/>
                <a:ea typeface="Nimbus Sans"/>
                <a:cs typeface="Nimbus Sans"/>
              </a:defRPr>
            </a:lvl5pPr>
            <a:lvl6pPr>
              <a:defRPr sz="1725" b="0">
                <a:solidFill>
                  <a:srgbClr val="46536A"/>
                </a:solidFill>
                <a:latin typeface="Nimbus Sans"/>
                <a:ea typeface="Nimbus Sans"/>
                <a:cs typeface="Nimbus Sans"/>
              </a:defRPr>
            </a:lvl6pPr>
            <a:lvl7pPr>
              <a:defRPr sz="1725" b="0">
                <a:solidFill>
                  <a:srgbClr val="46536A"/>
                </a:solidFill>
                <a:latin typeface="Nimbus Sans"/>
                <a:ea typeface="Nimbus Sans"/>
                <a:cs typeface="Nimbus Sans"/>
              </a:defRPr>
            </a:lvl7pPr>
            <a:lvl8pPr>
              <a:defRPr sz="1725" b="0">
                <a:solidFill>
                  <a:srgbClr val="46536A"/>
                </a:solidFill>
                <a:latin typeface="Nimbus Sans"/>
                <a:ea typeface="Nimbus Sans"/>
                <a:cs typeface="Nimbus Sans"/>
              </a:defRPr>
            </a:lvl8pPr>
            <a:lvl9pPr>
              <a:defRPr sz="1725" b="0">
                <a:solidFill>
                  <a:srgbClr val="46536A"/>
                </a:solidFill>
                <a:latin typeface="Nimbus Sans"/>
                <a:ea typeface="Nimbus Sans"/>
                <a:cs typeface="Nimbus Sans"/>
              </a:defRPr>
            </a:lvl9pPr>
          </a:lstStyle>
          <a:p>
            <a:pPr>
              <a:defRPr sz="1725" b="0">
                <a:solidFill>
                  <a:srgbClr val="46536A"/>
                </a:solidFill>
                <a:latin typeface="Nimbus Sans"/>
                <a:ea typeface="Nimbus Sans"/>
                <a:cs typeface="Nimbus Sans"/>
              </a:defRPr>
            </a:pPr>
            <a:r>
              <a:rPr sz="1725" b="0">
                <a:solidFill>
                  <a:srgbClr val="46536A"/>
                </a:solidFill>
                <a:latin typeface="Nimbus Sans"/>
                <a:ea typeface="Nimbus Sans"/>
                <a:cs typeface="Nimbus Sans"/>
              </a:rPr>
              <a:t>The data do not distinguish prediabetes from diabetes in this label.</a:t>
            </a:r>
          </a:p>
        </p:txBody>
      </p:sp>
      <p:graphicFrame>
        <p:nvGraphicFramePr>
          <p:cNvPr id="10" name="Tabel 9">
            <a:extLst>
              <a:ext uri="{FF2B5EF4-FFF2-40B4-BE49-F238E27FC236}">
                <a16:creationId xmlns:a16="http://schemas.microsoft.com/office/drawing/2014/main" id="{241657F4-1CDF-15FA-0B1D-8635EC37E9A6}"/>
              </a:ext>
            </a:extLst>
          </p:cNvPr>
          <p:cNvGraphicFramePr>
            <a:graphicFrameLocks noGrp="1"/>
          </p:cNvGraphicFramePr>
          <p:nvPr>
            <p:extLst>
              <p:ext uri="{D42A27DB-BD31-4B8C-83A1-F6EECF244321}">
                <p14:modId xmlns:p14="http://schemas.microsoft.com/office/powerpoint/2010/main" val="2776795824"/>
              </p:ext>
            </p:extLst>
          </p:nvPr>
        </p:nvGraphicFramePr>
        <p:xfrm>
          <a:off x="666750" y="3813632"/>
          <a:ext cx="10858500" cy="624107"/>
        </p:xfrm>
        <a:graphic>
          <a:graphicData uri="http://schemas.openxmlformats.org/drawingml/2006/table">
            <a:tbl>
              <a:tblPr bandRow="1">
                <a:tableStyleId>{5C22544A-7EE6-4342-B048-85BDC9FD1C3A}</a:tableStyleId>
              </a:tblPr>
              <a:tblGrid>
                <a:gridCol w="4286250">
                  <a:extLst>
                    <a:ext uri="{9D8B030D-6E8A-4147-A177-3AD203B41FA5}">
                      <a16:colId xmlns:a16="http://schemas.microsoft.com/office/drawing/2014/main" val="1737338513"/>
                    </a:ext>
                  </a:extLst>
                </a:gridCol>
                <a:gridCol w="6572250">
                  <a:extLst>
                    <a:ext uri="{9D8B030D-6E8A-4147-A177-3AD203B41FA5}">
                      <a16:colId xmlns:a16="http://schemas.microsoft.com/office/drawing/2014/main" val="2900328081"/>
                    </a:ext>
                  </a:extLst>
                </a:gridCol>
              </a:tblGrid>
              <a:tr h="624107">
                <a:tc>
                  <a:txBody>
                    <a:bodyPr/>
                    <a:lstStyle/>
                    <a:p>
                      <a:pPr marL="0" marR="0" indent="0" algn="l" rtl="0" fontAlgn="base">
                        <a:buNone/>
                      </a:pPr>
                      <a:r>
                        <a:rPr lang="da-DK" sz="2250" b="0" i="0">
                          <a:solidFill>
                            <a:srgbClr val="08205E"/>
                          </a:solidFill>
                          <a:effectLst/>
                          <a:latin typeface="Nimbus Sans"/>
                        </a:rPr>
                        <a:t>Clinical test answer</a:t>
                      </a:r>
                      <a:endParaRPr lang="da-DK" sz="900" b="0" i="0">
                        <a:solidFill>
                          <a:srgbClr val="000000"/>
                        </a:solidFill>
                        <a:effectLst/>
                        <a:latin typeface="Segoe UI" panose="020B0502040204020203" pitchFamily="34" charset="0"/>
                      </a:endParaRPr>
                    </a:p>
                  </a:txBody>
                  <a:tcPr marL="60008" marR="60008" marT="30004" marB="30004">
                    <a:lnL w="9525" cap="flat" cmpd="sng" algn="ctr">
                      <a:solidFill>
                        <a:srgbClr val="D5DEEF"/>
                      </a:solidFill>
                      <a:prstDash val="solid"/>
                      <a:round/>
                      <a:headEnd type="none" w="med" len="med"/>
                      <a:tailEnd type="none" w="med" len="med"/>
                    </a:lnL>
                    <a:lnR w="9525" cap="flat" cmpd="sng" algn="ctr">
                      <a:solidFill>
                        <a:srgbClr val="D5DEEF"/>
                      </a:solidFill>
                      <a:prstDash val="solid"/>
                      <a:round/>
                      <a:headEnd type="none" w="med" len="med"/>
                      <a:tailEnd type="none" w="med" len="med"/>
                    </a:lnR>
                    <a:lnT w="9525" cap="flat" cmpd="sng" algn="ctr">
                      <a:solidFill>
                        <a:srgbClr val="D5DEEF"/>
                      </a:solidFill>
                      <a:prstDash val="solid"/>
                      <a:round/>
                      <a:headEnd type="none" w="med" len="med"/>
                      <a:tailEnd type="none" w="med" len="med"/>
                    </a:lnT>
                    <a:lnB w="9525" cap="flat" cmpd="sng" algn="ctr">
                      <a:solidFill>
                        <a:srgbClr val="D5DEEF"/>
                      </a:solidFill>
                      <a:prstDash val="solid"/>
                      <a:round/>
                      <a:headEnd type="none" w="med" len="med"/>
                      <a:tailEnd type="none" w="med" len="med"/>
                    </a:lnB>
                    <a:solidFill>
                      <a:srgbClr val="F2F6FC"/>
                    </a:solidFill>
                  </a:tcPr>
                </a:tc>
                <a:tc>
                  <a:txBody>
                    <a:bodyPr/>
                    <a:lstStyle/>
                    <a:p>
                      <a:pPr marL="0" marR="0" indent="0" algn="l" rtl="0" fontAlgn="base">
                        <a:buNone/>
                      </a:pPr>
                      <a:r>
                        <a:rPr lang="en-US" sz="2250" b="0" i="0">
                          <a:solidFill>
                            <a:srgbClr val="08205E"/>
                          </a:solidFill>
                          <a:effectLst/>
                          <a:latin typeface="Nimbus Sans"/>
                        </a:rPr>
                        <a:t>Prediabetes or diabetes</a:t>
                      </a:r>
                      <a:endParaRPr lang="en-US" sz="900" b="0" i="0">
                        <a:solidFill>
                          <a:srgbClr val="000000"/>
                        </a:solidFill>
                        <a:effectLst/>
                        <a:latin typeface="Segoe UI" panose="020B0502040204020203" pitchFamily="34" charset="0"/>
                      </a:endParaRPr>
                    </a:p>
                  </a:txBody>
                  <a:tcPr marL="60008" marR="60008" marT="30004" marB="30004">
                    <a:lnL w="9525" cap="flat" cmpd="sng" algn="ctr">
                      <a:solidFill>
                        <a:srgbClr val="D5DEEF"/>
                      </a:solidFill>
                      <a:prstDash val="solid"/>
                      <a:round/>
                      <a:headEnd type="none" w="med" len="med"/>
                      <a:tailEnd type="none" w="med" len="med"/>
                    </a:lnL>
                    <a:lnR w="9525" cap="flat" cmpd="sng" algn="ctr">
                      <a:solidFill>
                        <a:srgbClr val="D5DEEF"/>
                      </a:solidFill>
                      <a:prstDash val="solid"/>
                      <a:round/>
                      <a:headEnd type="none" w="med" len="med"/>
                      <a:tailEnd type="none" w="med" len="med"/>
                    </a:lnR>
                    <a:lnT w="9525" cap="flat" cmpd="sng" algn="ctr">
                      <a:solidFill>
                        <a:srgbClr val="D5DEEF"/>
                      </a:solidFill>
                      <a:prstDash val="solid"/>
                      <a:round/>
                      <a:headEnd type="none" w="med" len="med"/>
                      <a:tailEnd type="none" w="med" len="med"/>
                    </a:lnT>
                    <a:lnB w="9525" cap="flat" cmpd="sng" algn="ctr">
                      <a:solidFill>
                        <a:srgbClr val="D5DEEF"/>
                      </a:solidFill>
                      <a:prstDash val="solid"/>
                      <a:round/>
                      <a:headEnd type="none" w="med" len="med"/>
                      <a:tailEnd type="none" w="med" len="med"/>
                    </a:lnB>
                    <a:solidFill>
                      <a:srgbClr val="F2F6FC"/>
                    </a:solidFill>
                  </a:tcPr>
                </a:tc>
                <a:extLst>
                  <a:ext uri="{0D108BD9-81ED-4DB2-BD59-A6C34878D82A}">
                    <a16:rowId xmlns:a16="http://schemas.microsoft.com/office/drawing/2014/main" val="1885031588"/>
                  </a:ext>
                </a:extLst>
              </a:tr>
            </a:tbl>
          </a:graphicData>
        </a:graphic>
      </p:graphicFrame>
    </p:spTree>
    <p:extLst>
      <p:ext uri="{BB962C8B-B14F-4D97-AF65-F5344CB8AC3E}">
        <p14:creationId xmlns:p14="http://schemas.microsoft.com/office/powerpoint/2010/main" val="6764494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 name="Billede 6">
            <a:extLst>
              <a:ext uri="{FF2B5EF4-FFF2-40B4-BE49-F238E27FC236}">
                <a16:creationId xmlns:a16="http://schemas.microsoft.com/office/drawing/2014/main" id="{E8A87A4B-9534-4173-830B-81638F0B9FE5}"/>
              </a:ext>
            </a:extLst>
          </p:cNvPr>
          <p:cNvPicPr>
            <a:picLocks noChangeAspect="1"/>
          </p:cNvPicPr>
          <p:nvPr/>
        </p:nvPicPr>
        <p:blipFill>
          <a:blip r:embed="rId3"/>
          <a:stretch/>
        </p:blipFill>
        <p:spPr>
          <a:xfrm>
            <a:off x="2462" y="0"/>
            <a:ext cx="12187076" cy="6858000"/>
          </a:xfrm>
          <a:prstGeom prst="rect">
            <a:avLst/>
          </a:prstGeom>
        </p:spPr>
      </p:pic>
      <p:sp>
        <p:nvSpPr>
          <p:cNvPr id="2" name="content-background">
            <a:extLst>
              <a:ext uri="{FF2B5EF4-FFF2-40B4-BE49-F238E27FC236}">
                <a16:creationId xmlns:a16="http://schemas.microsoft.com/office/drawing/2014/main" id="{3610BCC5-E064-45B8-A09A-F257F63E4F9D}"/>
              </a:ext>
            </a:extLst>
          </p:cNvPr>
          <p:cNvSpPr>
            <a:spLocks noGrp="1"/>
          </p:cNvSpPr>
          <p:nvPr/>
        </p:nvSpPr>
        <p:spPr>
          <a:xfrm>
            <a:off x="333375" y="266700"/>
            <a:ext cx="11525250" cy="6324600"/>
          </a:xfrm>
          <a:prstGeom prst="rect">
            <a:avLst/>
          </a:prstGeom>
          <a:solidFill>
            <a:srgbClr val="FFFFFF"/>
          </a:solidFill>
          <a:ln w="0">
            <a:noFill/>
            <a:prstDash val="solid"/>
          </a:ln>
        </p:spPr>
        <p:txBody>
          <a:bodyPr/>
          <a:lstStyle/>
          <a:p>
            <a:endParaRPr lang="da-DK"/>
          </a:p>
        </p:txBody>
      </p:sp>
      <p:sp>
        <p:nvSpPr>
          <p:cNvPr id="3" name="text-1">
            <a:extLst>
              <a:ext uri="{FF2B5EF4-FFF2-40B4-BE49-F238E27FC236}">
                <a16:creationId xmlns:a16="http://schemas.microsoft.com/office/drawing/2014/main" id="{571ABE79-8F0E-4527-8F95-2BFF8487660A}"/>
              </a:ext>
            </a:extLst>
          </p:cNvPr>
          <p:cNvSpPr>
            <a:spLocks noGrp="1"/>
          </p:cNvSpPr>
          <p:nvPr/>
        </p:nvSpPr>
        <p:spPr>
          <a:xfrm>
            <a:off x="666750" y="542925"/>
            <a:ext cx="10858500" cy="876300"/>
          </a:xfrm>
          <a:prstGeom prst="rect">
            <a:avLst/>
          </a:prstGeom>
          <a:noFill/>
          <a:ln w="0">
            <a:noFill/>
            <a:prstDash val="solid"/>
          </a:ln>
        </p:spPr>
        <p:txBody>
          <a:bodyPr lIns="0" tIns="0" rIns="0" bIns="0" anchor="t"/>
          <a:lstStyle>
            <a:defPPr>
              <a:defRPr sz="3300" b="1">
                <a:solidFill>
                  <a:srgbClr val="08205E"/>
                </a:solidFill>
                <a:latin typeface="Nimbus Sans"/>
                <a:ea typeface="Nimbus Sans"/>
                <a:cs typeface="Nimbus Sans"/>
              </a:defRPr>
            </a:defPPr>
            <a:lvl1pPr>
              <a:defRPr sz="3300" b="1">
                <a:solidFill>
                  <a:srgbClr val="08205E"/>
                </a:solidFill>
                <a:latin typeface="Nimbus Sans"/>
                <a:ea typeface="Nimbus Sans"/>
                <a:cs typeface="Nimbus Sans"/>
              </a:defRPr>
            </a:lvl1pPr>
            <a:lvl2pPr>
              <a:defRPr sz="3300" b="1">
                <a:solidFill>
                  <a:srgbClr val="08205E"/>
                </a:solidFill>
                <a:latin typeface="Nimbus Sans"/>
                <a:ea typeface="Nimbus Sans"/>
                <a:cs typeface="Nimbus Sans"/>
              </a:defRPr>
            </a:lvl2pPr>
            <a:lvl3pPr>
              <a:defRPr sz="3300" b="1">
                <a:solidFill>
                  <a:srgbClr val="08205E"/>
                </a:solidFill>
                <a:latin typeface="Nimbus Sans"/>
                <a:ea typeface="Nimbus Sans"/>
                <a:cs typeface="Nimbus Sans"/>
              </a:defRPr>
            </a:lvl3pPr>
            <a:lvl4pPr>
              <a:defRPr sz="3300" b="1">
                <a:solidFill>
                  <a:srgbClr val="08205E"/>
                </a:solidFill>
                <a:latin typeface="Nimbus Sans"/>
                <a:ea typeface="Nimbus Sans"/>
                <a:cs typeface="Nimbus Sans"/>
              </a:defRPr>
            </a:lvl4pPr>
            <a:lvl5pPr>
              <a:defRPr sz="3300" b="1">
                <a:solidFill>
                  <a:srgbClr val="08205E"/>
                </a:solidFill>
                <a:latin typeface="Nimbus Sans"/>
                <a:ea typeface="Nimbus Sans"/>
                <a:cs typeface="Nimbus Sans"/>
              </a:defRPr>
            </a:lvl5pPr>
            <a:lvl6pPr>
              <a:defRPr sz="3300" b="1">
                <a:solidFill>
                  <a:srgbClr val="08205E"/>
                </a:solidFill>
                <a:latin typeface="Nimbus Sans"/>
                <a:ea typeface="Nimbus Sans"/>
                <a:cs typeface="Nimbus Sans"/>
              </a:defRPr>
            </a:lvl6pPr>
            <a:lvl7pPr>
              <a:defRPr sz="3300" b="1">
                <a:solidFill>
                  <a:srgbClr val="08205E"/>
                </a:solidFill>
                <a:latin typeface="Nimbus Sans"/>
                <a:ea typeface="Nimbus Sans"/>
                <a:cs typeface="Nimbus Sans"/>
              </a:defRPr>
            </a:lvl7pPr>
            <a:lvl8pPr>
              <a:defRPr sz="3300" b="1">
                <a:solidFill>
                  <a:srgbClr val="08205E"/>
                </a:solidFill>
                <a:latin typeface="Nimbus Sans"/>
                <a:ea typeface="Nimbus Sans"/>
                <a:cs typeface="Nimbus Sans"/>
              </a:defRPr>
            </a:lvl8pPr>
            <a:lvl9pPr>
              <a:defRPr sz="3300" b="1">
                <a:solidFill>
                  <a:srgbClr val="08205E"/>
                </a:solidFill>
                <a:latin typeface="Nimbus Sans"/>
                <a:ea typeface="Nimbus Sans"/>
                <a:cs typeface="Nimbus Sans"/>
              </a:defRPr>
            </a:lvl9pPr>
          </a:lstStyle>
          <a:p>
            <a:pPr>
              <a:defRPr sz="3300" b="1">
                <a:solidFill>
                  <a:srgbClr val="08205E"/>
                </a:solidFill>
                <a:latin typeface="Nimbus Sans"/>
                <a:ea typeface="Nimbus Sans"/>
                <a:cs typeface="Nimbus Sans"/>
              </a:defRPr>
            </a:pPr>
            <a:r>
              <a:rPr sz="3300" b="1">
                <a:solidFill>
                  <a:srgbClr val="08205E"/>
                </a:solidFill>
                <a:latin typeface="Nimbus Sans"/>
                <a:ea typeface="Nimbus Sans"/>
                <a:cs typeface="Nimbus Sans"/>
              </a:rPr>
              <a:t>A plan that fits your situation</a:t>
            </a:r>
          </a:p>
        </p:txBody>
      </p:sp>
      <p:sp>
        <p:nvSpPr>
          <p:cNvPr id="4" name="text-2">
            <a:extLst>
              <a:ext uri="{FF2B5EF4-FFF2-40B4-BE49-F238E27FC236}">
                <a16:creationId xmlns:a16="http://schemas.microsoft.com/office/drawing/2014/main" id="{301FA7A5-9153-424F-AFD1-C2E60A3952A2}"/>
              </a:ext>
            </a:extLst>
          </p:cNvPr>
          <p:cNvSpPr>
            <a:spLocks noGrp="1"/>
          </p:cNvSpPr>
          <p:nvPr/>
        </p:nvSpPr>
        <p:spPr>
          <a:xfrm>
            <a:off x="666750" y="6343650"/>
            <a:ext cx="8096250" cy="190500"/>
          </a:xfrm>
          <a:prstGeom prst="rect">
            <a:avLst/>
          </a:prstGeom>
          <a:noFill/>
          <a:ln w="0">
            <a:noFill/>
            <a:prstDash val="solid"/>
          </a:ln>
        </p:spPr>
        <p:txBody>
          <a:bodyPr lIns="0" tIns="0" rIns="0" bIns="0" anchor="t"/>
          <a:lstStyle>
            <a:defPPr>
              <a:defRPr sz="1125" b="0">
                <a:solidFill>
                  <a:srgbClr val="46536A"/>
                </a:solidFill>
                <a:latin typeface="Nimbus Sans"/>
                <a:ea typeface="Nimbus Sans"/>
                <a:cs typeface="Nimbus Sans"/>
              </a:defRPr>
            </a:defPPr>
            <a:lvl1pPr>
              <a:defRPr sz="1125" b="0">
                <a:solidFill>
                  <a:srgbClr val="46536A"/>
                </a:solidFill>
                <a:latin typeface="Nimbus Sans"/>
                <a:ea typeface="Nimbus Sans"/>
                <a:cs typeface="Nimbus Sans"/>
              </a:defRPr>
            </a:lvl1pPr>
            <a:lvl2pPr>
              <a:defRPr sz="1125" b="0">
                <a:solidFill>
                  <a:srgbClr val="46536A"/>
                </a:solidFill>
                <a:latin typeface="Nimbus Sans"/>
                <a:ea typeface="Nimbus Sans"/>
                <a:cs typeface="Nimbus Sans"/>
              </a:defRPr>
            </a:lvl2pPr>
            <a:lvl3pPr>
              <a:defRPr sz="1125" b="0">
                <a:solidFill>
                  <a:srgbClr val="46536A"/>
                </a:solidFill>
                <a:latin typeface="Nimbus Sans"/>
                <a:ea typeface="Nimbus Sans"/>
                <a:cs typeface="Nimbus Sans"/>
              </a:defRPr>
            </a:lvl3pPr>
            <a:lvl4pPr>
              <a:defRPr sz="1125" b="0">
                <a:solidFill>
                  <a:srgbClr val="46536A"/>
                </a:solidFill>
                <a:latin typeface="Nimbus Sans"/>
                <a:ea typeface="Nimbus Sans"/>
                <a:cs typeface="Nimbus Sans"/>
              </a:defRPr>
            </a:lvl4pPr>
            <a:lvl5pPr>
              <a:defRPr sz="1125" b="0">
                <a:solidFill>
                  <a:srgbClr val="46536A"/>
                </a:solidFill>
                <a:latin typeface="Nimbus Sans"/>
                <a:ea typeface="Nimbus Sans"/>
                <a:cs typeface="Nimbus Sans"/>
              </a:defRPr>
            </a:lvl5pPr>
            <a:lvl6pPr>
              <a:defRPr sz="1125" b="0">
                <a:solidFill>
                  <a:srgbClr val="46536A"/>
                </a:solidFill>
                <a:latin typeface="Nimbus Sans"/>
                <a:ea typeface="Nimbus Sans"/>
                <a:cs typeface="Nimbus Sans"/>
              </a:defRPr>
            </a:lvl6pPr>
            <a:lvl7pPr>
              <a:defRPr sz="1125" b="0">
                <a:solidFill>
                  <a:srgbClr val="46536A"/>
                </a:solidFill>
                <a:latin typeface="Nimbus Sans"/>
                <a:ea typeface="Nimbus Sans"/>
                <a:cs typeface="Nimbus Sans"/>
              </a:defRPr>
            </a:lvl7pPr>
            <a:lvl8pPr>
              <a:defRPr sz="1125" b="0">
                <a:solidFill>
                  <a:srgbClr val="46536A"/>
                </a:solidFill>
                <a:latin typeface="Nimbus Sans"/>
                <a:ea typeface="Nimbus Sans"/>
                <a:cs typeface="Nimbus Sans"/>
              </a:defRPr>
            </a:lvl8pPr>
            <a:lvl9pPr>
              <a:defRPr sz="1125" b="0">
                <a:solidFill>
                  <a:srgbClr val="46536A"/>
                </a:solidFill>
                <a:latin typeface="Nimbus Sans"/>
                <a:ea typeface="Nimbus Sans"/>
                <a:cs typeface="Nimbus Sans"/>
              </a:defRPr>
            </a:lvl9pPr>
          </a:lstStyle>
          <a:p>
            <a:pPr>
              <a:defRPr sz="1125" b="0">
                <a:solidFill>
                  <a:srgbClr val="46536A"/>
                </a:solidFill>
                <a:latin typeface="Nimbus Sans"/>
                <a:ea typeface="Nimbus Sans"/>
                <a:cs typeface="Nimbus Sans"/>
              </a:defRPr>
            </a:pPr>
            <a:r>
              <a:rPr sz="1125" b="0">
                <a:solidFill>
                  <a:srgbClr val="46536A"/>
                </a:solidFill>
                <a:latin typeface="Nimbus Sans"/>
                <a:ea typeface="Nimbus Sans"/>
                <a:cs typeface="Nimbus Sans"/>
              </a:rPr>
              <a:t>3 Patient   /   6</a:t>
            </a:r>
          </a:p>
        </p:txBody>
      </p:sp>
      <p:graphicFrame>
        <p:nvGraphicFramePr>
          <p:cNvPr id="5" name="Tabel 4">
            <a:extLst>
              <a:ext uri="{FF2B5EF4-FFF2-40B4-BE49-F238E27FC236}">
                <a16:creationId xmlns:a16="http://schemas.microsoft.com/office/drawing/2014/main" id="{CDBAF073-4DCB-4277-92B7-E31999686095}"/>
              </a:ext>
            </a:extLst>
          </p:cNvPr>
          <p:cNvGraphicFramePr/>
          <p:nvPr/>
        </p:nvGraphicFramePr>
        <p:xfrm>
          <a:off x="666750" y="1666875"/>
          <a:ext cx="10858500" cy="3810000"/>
        </p:xfrm>
        <a:graphic>
          <a:graphicData uri="http://schemas.openxmlformats.org/drawingml/2006/table">
            <a:tbl>
              <a:tblPr/>
              <a:tblGrid>
                <a:gridCol w="4095750">
                  <a:extLst>
                    <a:ext uri="{9D8B030D-6E8A-4147-A177-3AD203B41FA5}">
                      <a16:colId xmlns:a16="http://schemas.microsoft.com/office/drawing/2014/main" val="20000"/>
                    </a:ext>
                  </a:extLst>
                </a:gridCol>
                <a:gridCol w="6762750">
                  <a:extLst>
                    <a:ext uri="{9D8B030D-6E8A-4147-A177-3AD203B41FA5}">
                      <a16:colId xmlns:a16="http://schemas.microsoft.com/office/drawing/2014/main" val="20001"/>
                    </a:ext>
                  </a:extLst>
                </a:gridCol>
              </a:tblGrid>
              <a:tr h="762000">
                <a:tc>
                  <a:txBody>
                    <a:bodyPr/>
                    <a:lstStyle/>
                    <a:p>
                      <a:r>
                        <a:rPr sz="2025" b="1">
                          <a:solidFill>
                            <a:srgbClr val="FFFFFF"/>
                          </a:solidFill>
                          <a:latin typeface="Nimbus Sans"/>
                          <a:ea typeface="Nimbus Sans"/>
                          <a:cs typeface="Nimbus Sans"/>
                        </a:rPr>
                        <a:t>Topic for your healthcare team</a:t>
                      </a:r>
                    </a:p>
                  </a:txBody>
                  <a:tcPr>
                    <a:lnL w="9525">
                      <a:solidFill>
                        <a:srgbClr val="D5DEEF"/>
                      </a:solidFill>
                      <a:prstDash val="solid"/>
                    </a:lnL>
                    <a:lnR w="9525">
                      <a:solidFill>
                        <a:srgbClr val="D5DEEF"/>
                      </a:solidFill>
                      <a:prstDash val="solid"/>
                    </a:lnR>
                    <a:lnT w="9525">
                      <a:solidFill>
                        <a:srgbClr val="D5DEEF"/>
                      </a:solidFill>
                      <a:prstDash val="solid"/>
                    </a:lnT>
                    <a:lnB w="9525">
                      <a:solidFill>
                        <a:srgbClr val="D5DEEF"/>
                      </a:solidFill>
                      <a:prstDash val="solid"/>
                    </a:lnB>
                    <a:solidFill>
                      <a:srgbClr val="3B5DAE"/>
                    </a:solidFill>
                  </a:tcPr>
                </a:tc>
                <a:tc>
                  <a:txBody>
                    <a:bodyPr/>
                    <a:lstStyle/>
                    <a:p>
                      <a:r>
                        <a:rPr sz="2025" b="1">
                          <a:solidFill>
                            <a:srgbClr val="FFFFFF"/>
                          </a:solidFill>
                          <a:latin typeface="Nimbus Sans"/>
                          <a:ea typeface="Nimbus Sans"/>
                          <a:cs typeface="Nimbus Sans"/>
                        </a:rPr>
                        <a:t>A practical starting point</a:t>
                      </a:r>
                    </a:p>
                  </a:txBody>
                  <a:tcPr>
                    <a:lnL w="9525" cap="flat" cmpd="sng" algn="ctr">
                      <a:solidFill>
                        <a:srgbClr val="D5DEEF"/>
                      </a:solidFill>
                      <a:prstDash val="solid"/>
                      <a:round/>
                      <a:headEnd type="none" w="med" len="med"/>
                      <a:tailEnd type="none" w="med" len="med"/>
                    </a:lnL>
                    <a:lnR w="9525">
                      <a:solidFill>
                        <a:srgbClr val="D5DEEF"/>
                      </a:solidFill>
                      <a:prstDash val="solid"/>
                    </a:lnR>
                    <a:lnT w="9525">
                      <a:solidFill>
                        <a:srgbClr val="D5DEEF"/>
                      </a:solidFill>
                      <a:prstDash val="solid"/>
                    </a:lnT>
                    <a:lnB w="9525">
                      <a:solidFill>
                        <a:srgbClr val="D5DEEF"/>
                      </a:solidFill>
                      <a:prstDash val="solid"/>
                    </a:lnB>
                    <a:solidFill>
                      <a:srgbClr val="3B5DAE"/>
                    </a:solidFill>
                  </a:tcPr>
                </a:tc>
                <a:extLst>
                  <a:ext uri="{0D108BD9-81ED-4DB2-BD59-A6C34878D82A}">
                    <a16:rowId xmlns:a16="http://schemas.microsoft.com/office/drawing/2014/main" val="10000"/>
                  </a:ext>
                </a:extLst>
              </a:tr>
              <a:tr h="762000">
                <a:tc>
                  <a:txBody>
                    <a:bodyPr/>
                    <a:lstStyle/>
                    <a:p>
                      <a:r>
                        <a:rPr sz="2025" b="0">
                          <a:solidFill>
                            <a:srgbClr val="08205E"/>
                          </a:solidFill>
                          <a:latin typeface="Nimbus Sans"/>
                          <a:ea typeface="Nimbus Sans"/>
                          <a:cs typeface="Nimbus Sans"/>
                        </a:rPr>
                        <a:t>Blood sugar status</a:t>
                      </a:r>
                    </a:p>
                  </a:txBody>
                  <a:tcPr>
                    <a:lnL w="9525">
                      <a:solidFill>
                        <a:srgbClr val="D5DEEF"/>
                      </a:solidFill>
                      <a:prstDash val="solid"/>
                    </a:lnL>
                    <a:lnR w="9525">
                      <a:solidFill>
                        <a:srgbClr val="D5DEEF"/>
                      </a:solidFill>
                      <a:prstDash val="solid"/>
                    </a:lnR>
                    <a:lnT w="9525" cap="flat" cmpd="sng" algn="ctr">
                      <a:solidFill>
                        <a:srgbClr val="D5DEEF"/>
                      </a:solidFill>
                      <a:prstDash val="solid"/>
                      <a:round/>
                      <a:headEnd type="none" w="med" len="med"/>
                      <a:tailEnd type="none" w="med" len="med"/>
                    </a:lnT>
                    <a:lnB w="9525">
                      <a:solidFill>
                        <a:srgbClr val="D5DEEF"/>
                      </a:solidFill>
                      <a:prstDash val="solid"/>
                    </a:lnB>
                    <a:solidFill>
                      <a:srgbClr val="F2F6FC"/>
                    </a:solidFill>
                  </a:tcPr>
                </a:tc>
                <a:tc>
                  <a:txBody>
                    <a:bodyPr/>
                    <a:lstStyle/>
                    <a:p>
                      <a:r>
                        <a:rPr sz="2025" b="0">
                          <a:solidFill>
                            <a:srgbClr val="08205E"/>
                          </a:solidFill>
                          <a:latin typeface="Nimbus Sans"/>
                          <a:ea typeface="Nimbus Sans"/>
                          <a:cs typeface="Nimbus Sans"/>
                        </a:rPr>
                        <a:t>Clarify whether the situation is prediabetes or diabetes</a:t>
                      </a:r>
                    </a:p>
                  </a:txBody>
                  <a:tcPr>
                    <a:lnL w="9525" cap="flat" cmpd="sng" algn="ctr">
                      <a:solidFill>
                        <a:srgbClr val="D5DEEF"/>
                      </a:solidFill>
                      <a:prstDash val="solid"/>
                      <a:round/>
                      <a:headEnd type="none" w="med" len="med"/>
                      <a:tailEnd type="none" w="med" len="med"/>
                    </a:lnL>
                    <a:lnR w="9525">
                      <a:solidFill>
                        <a:srgbClr val="D5DEEF"/>
                      </a:solidFill>
                      <a:prstDash val="solid"/>
                    </a:lnR>
                    <a:lnT w="9525" cap="flat" cmpd="sng" algn="ctr">
                      <a:solidFill>
                        <a:srgbClr val="D5DEEF"/>
                      </a:solidFill>
                      <a:prstDash val="solid"/>
                      <a:round/>
                      <a:headEnd type="none" w="med" len="med"/>
                      <a:tailEnd type="none" w="med" len="med"/>
                    </a:lnT>
                    <a:lnB w="9525">
                      <a:solidFill>
                        <a:srgbClr val="D5DEEF"/>
                      </a:solidFill>
                      <a:prstDash val="solid"/>
                    </a:lnB>
                    <a:solidFill>
                      <a:srgbClr val="F2F6FC"/>
                    </a:solidFill>
                  </a:tcPr>
                </a:tc>
                <a:extLst>
                  <a:ext uri="{0D108BD9-81ED-4DB2-BD59-A6C34878D82A}">
                    <a16:rowId xmlns:a16="http://schemas.microsoft.com/office/drawing/2014/main" val="10001"/>
                  </a:ext>
                </a:extLst>
              </a:tr>
              <a:tr h="762000">
                <a:tc>
                  <a:txBody>
                    <a:bodyPr/>
                    <a:lstStyle/>
                    <a:p>
                      <a:r>
                        <a:rPr sz="2025" b="0">
                          <a:solidFill>
                            <a:srgbClr val="08205E"/>
                          </a:solidFill>
                          <a:latin typeface="Nimbus Sans"/>
                          <a:ea typeface="Nimbus Sans"/>
                          <a:cs typeface="Nimbus Sans"/>
                        </a:rPr>
                        <a:t>Movement</a:t>
                      </a:r>
                    </a:p>
                  </a:txBody>
                  <a:tcPr>
                    <a:lnL w="9525">
                      <a:solidFill>
                        <a:srgbClr val="D5DEEF"/>
                      </a:solidFill>
                      <a:prstDash val="solid"/>
                    </a:lnL>
                    <a:lnR w="9525">
                      <a:solidFill>
                        <a:srgbClr val="D5DEEF"/>
                      </a:solidFill>
                      <a:prstDash val="solid"/>
                    </a:lnR>
                    <a:lnT w="9525" cap="flat" cmpd="sng" algn="ctr">
                      <a:solidFill>
                        <a:srgbClr val="D5DEEF"/>
                      </a:solidFill>
                      <a:prstDash val="solid"/>
                      <a:round/>
                      <a:headEnd type="none" w="med" len="med"/>
                      <a:tailEnd type="none" w="med" len="med"/>
                    </a:lnT>
                    <a:lnB w="9525">
                      <a:solidFill>
                        <a:srgbClr val="D5DEEF"/>
                      </a:solidFill>
                      <a:prstDash val="solid"/>
                    </a:lnB>
                    <a:solidFill>
                      <a:srgbClr val="FFFFFF"/>
                    </a:solidFill>
                  </a:tcPr>
                </a:tc>
                <a:tc>
                  <a:txBody>
                    <a:bodyPr/>
                    <a:lstStyle/>
                    <a:p>
                      <a:r>
                        <a:rPr sz="2025" b="0">
                          <a:solidFill>
                            <a:srgbClr val="08205E"/>
                          </a:solidFill>
                          <a:latin typeface="Nimbus Sans"/>
                          <a:ea typeface="Nimbus Sans"/>
                          <a:cs typeface="Nimbus Sans"/>
                        </a:rPr>
                        <a:t>Find activity that fits your walking difficulties</a:t>
                      </a:r>
                    </a:p>
                  </a:txBody>
                  <a:tcPr>
                    <a:lnL w="9525" cap="flat" cmpd="sng" algn="ctr">
                      <a:solidFill>
                        <a:srgbClr val="D5DEEF"/>
                      </a:solidFill>
                      <a:prstDash val="solid"/>
                      <a:round/>
                      <a:headEnd type="none" w="med" len="med"/>
                      <a:tailEnd type="none" w="med" len="med"/>
                    </a:lnL>
                    <a:lnR w="9525">
                      <a:solidFill>
                        <a:srgbClr val="D5DEEF"/>
                      </a:solidFill>
                      <a:prstDash val="solid"/>
                    </a:lnR>
                    <a:lnT w="9525" cap="flat" cmpd="sng" algn="ctr">
                      <a:solidFill>
                        <a:srgbClr val="D5DEEF"/>
                      </a:solidFill>
                      <a:prstDash val="solid"/>
                      <a:round/>
                      <a:headEnd type="none" w="med" len="med"/>
                      <a:tailEnd type="none" w="med" len="med"/>
                    </a:lnT>
                    <a:lnB w="9525">
                      <a:solidFill>
                        <a:srgbClr val="D5DEEF"/>
                      </a:solidFill>
                      <a:prstDash val="solid"/>
                    </a:lnB>
                    <a:solidFill>
                      <a:srgbClr val="FFFFFF"/>
                    </a:solidFill>
                  </a:tcPr>
                </a:tc>
                <a:extLst>
                  <a:ext uri="{0D108BD9-81ED-4DB2-BD59-A6C34878D82A}">
                    <a16:rowId xmlns:a16="http://schemas.microsoft.com/office/drawing/2014/main" val="10002"/>
                  </a:ext>
                </a:extLst>
              </a:tr>
              <a:tr h="762000">
                <a:tc>
                  <a:txBody>
                    <a:bodyPr/>
                    <a:lstStyle/>
                    <a:p>
                      <a:r>
                        <a:rPr sz="2025" b="0">
                          <a:solidFill>
                            <a:srgbClr val="08205E"/>
                          </a:solidFill>
                          <a:latin typeface="Nimbus Sans"/>
                          <a:ea typeface="Nimbus Sans"/>
                          <a:cs typeface="Nimbus Sans"/>
                        </a:rPr>
                        <a:t>Food and weight support</a:t>
                      </a:r>
                    </a:p>
                  </a:txBody>
                  <a:tcPr>
                    <a:lnL w="9525">
                      <a:solidFill>
                        <a:srgbClr val="D5DEEF"/>
                      </a:solidFill>
                      <a:prstDash val="solid"/>
                    </a:lnL>
                    <a:lnR w="9525">
                      <a:solidFill>
                        <a:srgbClr val="D5DEEF"/>
                      </a:solidFill>
                      <a:prstDash val="solid"/>
                    </a:lnR>
                    <a:lnT w="9525" cap="flat" cmpd="sng" algn="ctr">
                      <a:solidFill>
                        <a:srgbClr val="D5DEEF"/>
                      </a:solidFill>
                      <a:prstDash val="solid"/>
                      <a:round/>
                      <a:headEnd type="none" w="med" len="med"/>
                      <a:tailEnd type="none" w="med" len="med"/>
                    </a:lnT>
                    <a:lnB w="9525">
                      <a:solidFill>
                        <a:srgbClr val="D5DEEF"/>
                      </a:solidFill>
                      <a:prstDash val="solid"/>
                    </a:lnB>
                    <a:solidFill>
                      <a:srgbClr val="F2F6FC"/>
                    </a:solidFill>
                  </a:tcPr>
                </a:tc>
                <a:tc>
                  <a:txBody>
                    <a:bodyPr/>
                    <a:lstStyle/>
                    <a:p>
                      <a:r>
                        <a:rPr sz="2025" b="0">
                          <a:solidFill>
                            <a:srgbClr val="08205E"/>
                          </a:solidFill>
                          <a:latin typeface="Nimbus Sans"/>
                          <a:ea typeface="Nimbus Sans"/>
                          <a:cs typeface="Nimbus Sans"/>
                        </a:rPr>
                        <a:t>Agree on manageable changes with professional support</a:t>
                      </a:r>
                    </a:p>
                  </a:txBody>
                  <a:tcPr>
                    <a:lnL w="9525" cap="flat" cmpd="sng" algn="ctr">
                      <a:solidFill>
                        <a:srgbClr val="D5DEEF"/>
                      </a:solidFill>
                      <a:prstDash val="solid"/>
                      <a:round/>
                      <a:headEnd type="none" w="med" len="med"/>
                      <a:tailEnd type="none" w="med" len="med"/>
                    </a:lnL>
                    <a:lnR w="9525">
                      <a:solidFill>
                        <a:srgbClr val="D5DEEF"/>
                      </a:solidFill>
                      <a:prstDash val="solid"/>
                    </a:lnR>
                    <a:lnT w="9525" cap="flat" cmpd="sng" algn="ctr">
                      <a:solidFill>
                        <a:srgbClr val="D5DEEF"/>
                      </a:solidFill>
                      <a:prstDash val="solid"/>
                      <a:round/>
                      <a:headEnd type="none" w="med" len="med"/>
                      <a:tailEnd type="none" w="med" len="med"/>
                    </a:lnT>
                    <a:lnB w="9525">
                      <a:solidFill>
                        <a:srgbClr val="D5DEEF"/>
                      </a:solidFill>
                      <a:prstDash val="solid"/>
                    </a:lnB>
                    <a:solidFill>
                      <a:srgbClr val="F2F6FC"/>
                    </a:solidFill>
                  </a:tcPr>
                </a:tc>
                <a:extLst>
                  <a:ext uri="{0D108BD9-81ED-4DB2-BD59-A6C34878D82A}">
                    <a16:rowId xmlns:a16="http://schemas.microsoft.com/office/drawing/2014/main" val="10003"/>
                  </a:ext>
                </a:extLst>
              </a:tr>
              <a:tr h="762000">
                <a:tc>
                  <a:txBody>
                    <a:bodyPr/>
                    <a:lstStyle/>
                    <a:p>
                      <a:r>
                        <a:rPr sz="2025" b="0">
                          <a:solidFill>
                            <a:srgbClr val="08205E"/>
                          </a:solidFill>
                          <a:latin typeface="Nimbus Sans"/>
                          <a:ea typeface="Nimbus Sans"/>
                          <a:cs typeface="Nimbus Sans"/>
                        </a:rPr>
                        <a:t>Access to care</a:t>
                      </a:r>
                    </a:p>
                  </a:txBody>
                  <a:tcPr>
                    <a:lnL w="9525">
                      <a:solidFill>
                        <a:srgbClr val="D5DEEF"/>
                      </a:solidFill>
                      <a:prstDash val="solid"/>
                    </a:lnL>
                    <a:lnR w="9525">
                      <a:solidFill>
                        <a:srgbClr val="D5DEEF"/>
                      </a:solidFill>
                      <a:prstDash val="solid"/>
                    </a:lnR>
                    <a:lnT w="9525" cap="flat" cmpd="sng" algn="ctr">
                      <a:solidFill>
                        <a:srgbClr val="D5DEEF"/>
                      </a:solidFill>
                      <a:prstDash val="solid"/>
                      <a:round/>
                      <a:headEnd type="none" w="med" len="med"/>
                      <a:tailEnd type="none" w="med" len="med"/>
                    </a:lnT>
                    <a:lnB w="9525">
                      <a:solidFill>
                        <a:srgbClr val="D5DEEF"/>
                      </a:solidFill>
                      <a:prstDash val="solid"/>
                    </a:lnB>
                    <a:solidFill>
                      <a:srgbClr val="FFFFFF"/>
                    </a:solidFill>
                  </a:tcPr>
                </a:tc>
                <a:tc>
                  <a:txBody>
                    <a:bodyPr/>
                    <a:lstStyle/>
                    <a:p>
                      <a:r>
                        <a:rPr sz="2025" b="0">
                          <a:solidFill>
                            <a:srgbClr val="08205E"/>
                          </a:solidFill>
                          <a:latin typeface="Nimbus Sans"/>
                          <a:ea typeface="Nimbus Sans"/>
                          <a:cs typeface="Nimbus Sans"/>
                        </a:rPr>
                        <a:t>Discuss costs and other barriers to follow-up</a:t>
                      </a:r>
                    </a:p>
                  </a:txBody>
                  <a:tcPr>
                    <a:lnL w="9525" cap="flat" cmpd="sng" algn="ctr">
                      <a:solidFill>
                        <a:srgbClr val="D5DEEF"/>
                      </a:solidFill>
                      <a:prstDash val="solid"/>
                      <a:round/>
                      <a:headEnd type="none" w="med" len="med"/>
                      <a:tailEnd type="none" w="med" len="med"/>
                    </a:lnL>
                    <a:lnR w="9525">
                      <a:solidFill>
                        <a:srgbClr val="D5DEEF"/>
                      </a:solidFill>
                      <a:prstDash val="solid"/>
                    </a:lnR>
                    <a:lnT w="9525" cap="flat" cmpd="sng" algn="ctr">
                      <a:solidFill>
                        <a:srgbClr val="D5DEEF"/>
                      </a:solidFill>
                      <a:prstDash val="solid"/>
                      <a:round/>
                      <a:headEnd type="none" w="med" len="med"/>
                      <a:tailEnd type="none" w="med" len="med"/>
                    </a:lnT>
                    <a:lnB w="9525">
                      <a:solidFill>
                        <a:srgbClr val="D5DEEF"/>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6" name="text-3">
            <a:extLst>
              <a:ext uri="{FF2B5EF4-FFF2-40B4-BE49-F238E27FC236}">
                <a16:creationId xmlns:a16="http://schemas.microsoft.com/office/drawing/2014/main" id="{1B8179A3-54A4-4186-A44E-8FA47C53CD32}"/>
              </a:ext>
            </a:extLst>
          </p:cNvPr>
          <p:cNvSpPr>
            <a:spLocks noGrp="1"/>
          </p:cNvSpPr>
          <p:nvPr/>
        </p:nvSpPr>
        <p:spPr>
          <a:xfrm>
            <a:off x="714375" y="5857875"/>
            <a:ext cx="10668000" cy="381000"/>
          </a:xfrm>
          <a:prstGeom prst="rect">
            <a:avLst/>
          </a:prstGeom>
          <a:noFill/>
          <a:ln w="0">
            <a:noFill/>
            <a:prstDash val="solid"/>
          </a:ln>
        </p:spPr>
        <p:txBody>
          <a:bodyPr lIns="0" tIns="0" rIns="0" bIns="0" anchor="t"/>
          <a:lstStyle>
            <a:defPPr>
              <a:defRPr sz="1950" b="1">
                <a:solidFill>
                  <a:srgbClr val="08205E"/>
                </a:solidFill>
                <a:latin typeface="Nimbus Sans"/>
                <a:ea typeface="Nimbus Sans"/>
                <a:cs typeface="Nimbus Sans"/>
              </a:defRPr>
            </a:defPPr>
            <a:lvl1pPr>
              <a:defRPr sz="1950" b="1">
                <a:solidFill>
                  <a:srgbClr val="08205E"/>
                </a:solidFill>
                <a:latin typeface="Nimbus Sans"/>
                <a:ea typeface="Nimbus Sans"/>
                <a:cs typeface="Nimbus Sans"/>
              </a:defRPr>
            </a:lvl1pPr>
            <a:lvl2pPr>
              <a:defRPr sz="1950" b="1">
                <a:solidFill>
                  <a:srgbClr val="08205E"/>
                </a:solidFill>
                <a:latin typeface="Nimbus Sans"/>
                <a:ea typeface="Nimbus Sans"/>
                <a:cs typeface="Nimbus Sans"/>
              </a:defRPr>
            </a:lvl2pPr>
            <a:lvl3pPr>
              <a:defRPr sz="1950" b="1">
                <a:solidFill>
                  <a:srgbClr val="08205E"/>
                </a:solidFill>
                <a:latin typeface="Nimbus Sans"/>
                <a:ea typeface="Nimbus Sans"/>
                <a:cs typeface="Nimbus Sans"/>
              </a:defRPr>
            </a:lvl3pPr>
            <a:lvl4pPr>
              <a:defRPr sz="1950" b="1">
                <a:solidFill>
                  <a:srgbClr val="08205E"/>
                </a:solidFill>
                <a:latin typeface="Nimbus Sans"/>
                <a:ea typeface="Nimbus Sans"/>
                <a:cs typeface="Nimbus Sans"/>
              </a:defRPr>
            </a:lvl4pPr>
            <a:lvl5pPr>
              <a:defRPr sz="1950" b="1">
                <a:solidFill>
                  <a:srgbClr val="08205E"/>
                </a:solidFill>
                <a:latin typeface="Nimbus Sans"/>
                <a:ea typeface="Nimbus Sans"/>
                <a:cs typeface="Nimbus Sans"/>
              </a:defRPr>
            </a:lvl5pPr>
            <a:lvl6pPr>
              <a:defRPr sz="1950" b="1">
                <a:solidFill>
                  <a:srgbClr val="08205E"/>
                </a:solidFill>
                <a:latin typeface="Nimbus Sans"/>
                <a:ea typeface="Nimbus Sans"/>
                <a:cs typeface="Nimbus Sans"/>
              </a:defRPr>
            </a:lvl6pPr>
            <a:lvl7pPr>
              <a:defRPr sz="1950" b="1">
                <a:solidFill>
                  <a:srgbClr val="08205E"/>
                </a:solidFill>
                <a:latin typeface="Nimbus Sans"/>
                <a:ea typeface="Nimbus Sans"/>
                <a:cs typeface="Nimbus Sans"/>
              </a:defRPr>
            </a:lvl7pPr>
            <a:lvl8pPr>
              <a:defRPr sz="1950" b="1">
                <a:solidFill>
                  <a:srgbClr val="08205E"/>
                </a:solidFill>
                <a:latin typeface="Nimbus Sans"/>
                <a:ea typeface="Nimbus Sans"/>
                <a:cs typeface="Nimbus Sans"/>
              </a:defRPr>
            </a:lvl8pPr>
            <a:lvl9pPr>
              <a:defRPr sz="1950" b="1">
                <a:solidFill>
                  <a:srgbClr val="08205E"/>
                </a:solidFill>
                <a:latin typeface="Nimbus Sans"/>
                <a:ea typeface="Nimbus Sans"/>
                <a:cs typeface="Nimbus Sans"/>
              </a:defRPr>
            </a:lvl9pPr>
          </a:lstStyle>
          <a:p>
            <a:pPr>
              <a:defRPr sz="1950" b="1">
                <a:solidFill>
                  <a:srgbClr val="08205E"/>
                </a:solidFill>
                <a:latin typeface="Nimbus Sans"/>
                <a:ea typeface="Nimbus Sans"/>
                <a:cs typeface="Nimbus Sans"/>
              </a:defRPr>
            </a:pPr>
            <a:r>
              <a:rPr sz="1950" b="1">
                <a:solidFill>
                  <a:srgbClr val="08205E"/>
                </a:solidFill>
                <a:latin typeface="Nimbus Sans"/>
                <a:ea typeface="Nimbus Sans"/>
                <a:cs typeface="Nimbus Sans"/>
              </a:rPr>
              <a:t>The model cannot calculate how much a change will help you.</a:t>
            </a:r>
          </a:p>
        </p:txBody>
      </p:sp>
    </p:spTree>
    <p:extLst>
      <p:ext uri="{BB962C8B-B14F-4D97-AF65-F5344CB8AC3E}">
        <p14:creationId xmlns:p14="http://schemas.microsoft.com/office/powerpoint/2010/main" val="202443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pic>
        <p:nvPicPr>
          <p:cNvPr id="9" name="Billede 8">
            <a:extLst>
              <a:ext uri="{FF2B5EF4-FFF2-40B4-BE49-F238E27FC236}">
                <a16:creationId xmlns:a16="http://schemas.microsoft.com/office/drawing/2014/main" id="{46C42C81-FDFF-45A0-94EA-CA2DB4DBE6BD}"/>
              </a:ext>
            </a:extLst>
          </p:cNvPr>
          <p:cNvPicPr>
            <a:picLocks noChangeAspect="1"/>
          </p:cNvPicPr>
          <p:nvPr/>
        </p:nvPicPr>
        <p:blipFill>
          <a:blip r:embed="rId3"/>
          <a:stretch/>
        </p:blipFill>
        <p:spPr>
          <a:xfrm>
            <a:off x="2462" y="0"/>
            <a:ext cx="12187076" cy="6858000"/>
          </a:xfrm>
          <a:prstGeom prst="rect">
            <a:avLst/>
          </a:prstGeom>
        </p:spPr>
      </p:pic>
      <p:sp>
        <p:nvSpPr>
          <p:cNvPr id="2" name="content-background">
            <a:extLst>
              <a:ext uri="{FF2B5EF4-FFF2-40B4-BE49-F238E27FC236}">
                <a16:creationId xmlns:a16="http://schemas.microsoft.com/office/drawing/2014/main" id="{245F423A-0750-432F-B43C-BD8D3921A88D}"/>
              </a:ext>
            </a:extLst>
          </p:cNvPr>
          <p:cNvSpPr>
            <a:spLocks noGrp="1"/>
          </p:cNvSpPr>
          <p:nvPr/>
        </p:nvSpPr>
        <p:spPr>
          <a:xfrm>
            <a:off x="333375" y="266700"/>
            <a:ext cx="11525250" cy="6324600"/>
          </a:xfrm>
          <a:prstGeom prst="rect">
            <a:avLst/>
          </a:prstGeom>
          <a:solidFill>
            <a:srgbClr val="FFFFFF"/>
          </a:solidFill>
          <a:ln w="0">
            <a:noFill/>
            <a:prstDash val="solid"/>
          </a:ln>
        </p:spPr>
        <p:txBody>
          <a:bodyPr/>
          <a:lstStyle/>
          <a:p>
            <a:endParaRPr lang="da-DK"/>
          </a:p>
        </p:txBody>
      </p:sp>
      <p:sp>
        <p:nvSpPr>
          <p:cNvPr id="3" name="text-1">
            <a:extLst>
              <a:ext uri="{FF2B5EF4-FFF2-40B4-BE49-F238E27FC236}">
                <a16:creationId xmlns:a16="http://schemas.microsoft.com/office/drawing/2014/main" id="{FCB19A3E-D20F-4579-A29A-A7C780DDF11E}"/>
              </a:ext>
            </a:extLst>
          </p:cNvPr>
          <p:cNvSpPr>
            <a:spLocks noGrp="1"/>
          </p:cNvSpPr>
          <p:nvPr/>
        </p:nvSpPr>
        <p:spPr>
          <a:xfrm>
            <a:off x="666750" y="542925"/>
            <a:ext cx="10858500" cy="876300"/>
          </a:xfrm>
          <a:prstGeom prst="rect">
            <a:avLst/>
          </a:prstGeom>
          <a:noFill/>
          <a:ln w="0">
            <a:noFill/>
            <a:prstDash val="solid"/>
          </a:ln>
        </p:spPr>
        <p:txBody>
          <a:bodyPr lIns="0" tIns="0" rIns="0" bIns="0" anchor="t"/>
          <a:lstStyle>
            <a:defPPr>
              <a:defRPr sz="3300" b="1">
                <a:solidFill>
                  <a:srgbClr val="08205E"/>
                </a:solidFill>
                <a:latin typeface="Nimbus Sans"/>
                <a:ea typeface="Nimbus Sans"/>
                <a:cs typeface="Nimbus Sans"/>
              </a:defRPr>
            </a:defPPr>
            <a:lvl1pPr>
              <a:defRPr sz="3300" b="1">
                <a:solidFill>
                  <a:srgbClr val="08205E"/>
                </a:solidFill>
                <a:latin typeface="Nimbus Sans"/>
                <a:ea typeface="Nimbus Sans"/>
                <a:cs typeface="Nimbus Sans"/>
              </a:defRPr>
            </a:lvl1pPr>
            <a:lvl2pPr>
              <a:defRPr sz="3300" b="1">
                <a:solidFill>
                  <a:srgbClr val="08205E"/>
                </a:solidFill>
                <a:latin typeface="Nimbus Sans"/>
                <a:ea typeface="Nimbus Sans"/>
                <a:cs typeface="Nimbus Sans"/>
              </a:defRPr>
            </a:lvl2pPr>
            <a:lvl3pPr>
              <a:defRPr sz="3300" b="1">
                <a:solidFill>
                  <a:srgbClr val="08205E"/>
                </a:solidFill>
                <a:latin typeface="Nimbus Sans"/>
                <a:ea typeface="Nimbus Sans"/>
                <a:cs typeface="Nimbus Sans"/>
              </a:defRPr>
            </a:lvl3pPr>
            <a:lvl4pPr>
              <a:defRPr sz="3300" b="1">
                <a:solidFill>
                  <a:srgbClr val="08205E"/>
                </a:solidFill>
                <a:latin typeface="Nimbus Sans"/>
                <a:ea typeface="Nimbus Sans"/>
                <a:cs typeface="Nimbus Sans"/>
              </a:defRPr>
            </a:lvl4pPr>
            <a:lvl5pPr>
              <a:defRPr sz="3300" b="1">
                <a:solidFill>
                  <a:srgbClr val="08205E"/>
                </a:solidFill>
                <a:latin typeface="Nimbus Sans"/>
                <a:ea typeface="Nimbus Sans"/>
                <a:cs typeface="Nimbus Sans"/>
              </a:defRPr>
            </a:lvl5pPr>
            <a:lvl6pPr>
              <a:defRPr sz="3300" b="1">
                <a:solidFill>
                  <a:srgbClr val="08205E"/>
                </a:solidFill>
                <a:latin typeface="Nimbus Sans"/>
                <a:ea typeface="Nimbus Sans"/>
                <a:cs typeface="Nimbus Sans"/>
              </a:defRPr>
            </a:lvl6pPr>
            <a:lvl7pPr>
              <a:defRPr sz="3300" b="1">
                <a:solidFill>
                  <a:srgbClr val="08205E"/>
                </a:solidFill>
                <a:latin typeface="Nimbus Sans"/>
                <a:ea typeface="Nimbus Sans"/>
                <a:cs typeface="Nimbus Sans"/>
              </a:defRPr>
            </a:lvl7pPr>
            <a:lvl8pPr>
              <a:defRPr sz="3300" b="1">
                <a:solidFill>
                  <a:srgbClr val="08205E"/>
                </a:solidFill>
                <a:latin typeface="Nimbus Sans"/>
                <a:ea typeface="Nimbus Sans"/>
                <a:cs typeface="Nimbus Sans"/>
              </a:defRPr>
            </a:lvl8pPr>
            <a:lvl9pPr>
              <a:defRPr sz="3300" b="1">
                <a:solidFill>
                  <a:srgbClr val="08205E"/>
                </a:solidFill>
                <a:latin typeface="Nimbus Sans"/>
                <a:ea typeface="Nimbus Sans"/>
                <a:cs typeface="Nimbus Sans"/>
              </a:defRPr>
            </a:lvl9pPr>
          </a:lstStyle>
          <a:p>
            <a:pPr>
              <a:defRPr sz="3300" b="1">
                <a:solidFill>
                  <a:srgbClr val="08205E"/>
                </a:solidFill>
                <a:latin typeface="Nimbus Sans"/>
                <a:ea typeface="Nimbus Sans"/>
                <a:cs typeface="Nimbus Sans"/>
              </a:defRPr>
            </a:pPr>
            <a:r>
              <a:rPr sz="3300" b="1">
                <a:solidFill>
                  <a:srgbClr val="08205E"/>
                </a:solidFill>
                <a:latin typeface="Nimbus Sans"/>
                <a:ea typeface="Nimbus Sans"/>
                <a:cs typeface="Nimbus Sans"/>
              </a:rPr>
              <a:t>What you do not need to change</a:t>
            </a:r>
          </a:p>
        </p:txBody>
      </p:sp>
      <p:sp>
        <p:nvSpPr>
          <p:cNvPr id="4" name="text-2">
            <a:extLst>
              <a:ext uri="{FF2B5EF4-FFF2-40B4-BE49-F238E27FC236}">
                <a16:creationId xmlns:a16="http://schemas.microsoft.com/office/drawing/2014/main" id="{2549D60C-095E-400E-A9D1-61B7B20A4FE2}"/>
              </a:ext>
            </a:extLst>
          </p:cNvPr>
          <p:cNvSpPr>
            <a:spLocks noGrp="1"/>
          </p:cNvSpPr>
          <p:nvPr/>
        </p:nvSpPr>
        <p:spPr>
          <a:xfrm>
            <a:off x="666750" y="6343650"/>
            <a:ext cx="8096250" cy="190500"/>
          </a:xfrm>
          <a:prstGeom prst="rect">
            <a:avLst/>
          </a:prstGeom>
          <a:noFill/>
          <a:ln w="0">
            <a:noFill/>
            <a:prstDash val="solid"/>
          </a:ln>
        </p:spPr>
        <p:txBody>
          <a:bodyPr lIns="0" tIns="0" rIns="0" bIns="0" anchor="t"/>
          <a:lstStyle>
            <a:defPPr>
              <a:defRPr sz="1125" b="0">
                <a:solidFill>
                  <a:srgbClr val="46536A"/>
                </a:solidFill>
                <a:latin typeface="Nimbus Sans"/>
                <a:ea typeface="Nimbus Sans"/>
                <a:cs typeface="Nimbus Sans"/>
              </a:defRPr>
            </a:defPPr>
            <a:lvl1pPr>
              <a:defRPr sz="1125" b="0">
                <a:solidFill>
                  <a:srgbClr val="46536A"/>
                </a:solidFill>
                <a:latin typeface="Nimbus Sans"/>
                <a:ea typeface="Nimbus Sans"/>
                <a:cs typeface="Nimbus Sans"/>
              </a:defRPr>
            </a:lvl1pPr>
            <a:lvl2pPr>
              <a:defRPr sz="1125" b="0">
                <a:solidFill>
                  <a:srgbClr val="46536A"/>
                </a:solidFill>
                <a:latin typeface="Nimbus Sans"/>
                <a:ea typeface="Nimbus Sans"/>
                <a:cs typeface="Nimbus Sans"/>
              </a:defRPr>
            </a:lvl2pPr>
            <a:lvl3pPr>
              <a:defRPr sz="1125" b="0">
                <a:solidFill>
                  <a:srgbClr val="46536A"/>
                </a:solidFill>
                <a:latin typeface="Nimbus Sans"/>
                <a:ea typeface="Nimbus Sans"/>
                <a:cs typeface="Nimbus Sans"/>
              </a:defRPr>
            </a:lvl3pPr>
            <a:lvl4pPr>
              <a:defRPr sz="1125" b="0">
                <a:solidFill>
                  <a:srgbClr val="46536A"/>
                </a:solidFill>
                <a:latin typeface="Nimbus Sans"/>
                <a:ea typeface="Nimbus Sans"/>
                <a:cs typeface="Nimbus Sans"/>
              </a:defRPr>
            </a:lvl4pPr>
            <a:lvl5pPr>
              <a:defRPr sz="1125" b="0">
                <a:solidFill>
                  <a:srgbClr val="46536A"/>
                </a:solidFill>
                <a:latin typeface="Nimbus Sans"/>
                <a:ea typeface="Nimbus Sans"/>
                <a:cs typeface="Nimbus Sans"/>
              </a:defRPr>
            </a:lvl5pPr>
            <a:lvl6pPr>
              <a:defRPr sz="1125" b="0">
                <a:solidFill>
                  <a:srgbClr val="46536A"/>
                </a:solidFill>
                <a:latin typeface="Nimbus Sans"/>
                <a:ea typeface="Nimbus Sans"/>
                <a:cs typeface="Nimbus Sans"/>
              </a:defRPr>
            </a:lvl6pPr>
            <a:lvl7pPr>
              <a:defRPr sz="1125" b="0">
                <a:solidFill>
                  <a:srgbClr val="46536A"/>
                </a:solidFill>
                <a:latin typeface="Nimbus Sans"/>
                <a:ea typeface="Nimbus Sans"/>
                <a:cs typeface="Nimbus Sans"/>
              </a:defRPr>
            </a:lvl7pPr>
            <a:lvl8pPr>
              <a:defRPr sz="1125" b="0">
                <a:solidFill>
                  <a:srgbClr val="46536A"/>
                </a:solidFill>
                <a:latin typeface="Nimbus Sans"/>
                <a:ea typeface="Nimbus Sans"/>
                <a:cs typeface="Nimbus Sans"/>
              </a:defRPr>
            </a:lvl8pPr>
            <a:lvl9pPr>
              <a:defRPr sz="1125" b="0">
                <a:solidFill>
                  <a:srgbClr val="46536A"/>
                </a:solidFill>
                <a:latin typeface="Nimbus Sans"/>
                <a:ea typeface="Nimbus Sans"/>
                <a:cs typeface="Nimbus Sans"/>
              </a:defRPr>
            </a:lvl9pPr>
          </a:lstStyle>
          <a:p>
            <a:pPr>
              <a:defRPr sz="1125" b="0">
                <a:solidFill>
                  <a:srgbClr val="46536A"/>
                </a:solidFill>
                <a:latin typeface="Nimbus Sans"/>
                <a:ea typeface="Nimbus Sans"/>
                <a:cs typeface="Nimbus Sans"/>
              </a:defRPr>
            </a:pPr>
            <a:r>
              <a:rPr sz="1125" b="0">
                <a:solidFill>
                  <a:srgbClr val="46536A"/>
                </a:solidFill>
                <a:latin typeface="Nimbus Sans"/>
                <a:ea typeface="Nimbus Sans"/>
                <a:cs typeface="Nimbus Sans"/>
              </a:rPr>
              <a:t>3 Patient   /   7</a:t>
            </a:r>
          </a:p>
        </p:txBody>
      </p:sp>
      <p:sp>
        <p:nvSpPr>
          <p:cNvPr id="5" name="text-3">
            <a:extLst>
              <a:ext uri="{FF2B5EF4-FFF2-40B4-BE49-F238E27FC236}">
                <a16:creationId xmlns:a16="http://schemas.microsoft.com/office/drawing/2014/main" id="{3DC1E426-481F-4CE3-B1BE-A3E92899EC74}"/>
              </a:ext>
            </a:extLst>
          </p:cNvPr>
          <p:cNvSpPr>
            <a:spLocks noGrp="1"/>
          </p:cNvSpPr>
          <p:nvPr/>
        </p:nvSpPr>
        <p:spPr>
          <a:xfrm>
            <a:off x="714375" y="1714500"/>
            <a:ext cx="10668000" cy="828675"/>
          </a:xfrm>
          <a:prstGeom prst="rect">
            <a:avLst/>
          </a:prstGeom>
          <a:noFill/>
          <a:ln w="0">
            <a:noFill/>
            <a:prstDash val="solid"/>
          </a:ln>
        </p:spPr>
        <p:txBody>
          <a:bodyPr lIns="0" tIns="0" rIns="0" bIns="0" anchor="t"/>
          <a:lstStyle>
            <a:defPPr>
              <a:defRPr sz="2475" b="0">
                <a:solidFill>
                  <a:srgbClr val="08205E"/>
                </a:solidFill>
                <a:latin typeface="Nimbus Sans"/>
                <a:ea typeface="Nimbus Sans"/>
                <a:cs typeface="Nimbus Sans"/>
              </a:defRPr>
            </a:defPPr>
            <a:lvl1pPr>
              <a:defRPr sz="2475" b="0">
                <a:solidFill>
                  <a:srgbClr val="08205E"/>
                </a:solidFill>
                <a:latin typeface="Nimbus Sans"/>
                <a:ea typeface="Nimbus Sans"/>
                <a:cs typeface="Nimbus Sans"/>
              </a:defRPr>
            </a:lvl1pPr>
            <a:lvl2pPr>
              <a:defRPr sz="2475" b="0">
                <a:solidFill>
                  <a:srgbClr val="08205E"/>
                </a:solidFill>
                <a:latin typeface="Nimbus Sans"/>
                <a:ea typeface="Nimbus Sans"/>
                <a:cs typeface="Nimbus Sans"/>
              </a:defRPr>
            </a:lvl2pPr>
            <a:lvl3pPr>
              <a:defRPr sz="2475" b="0">
                <a:solidFill>
                  <a:srgbClr val="08205E"/>
                </a:solidFill>
                <a:latin typeface="Nimbus Sans"/>
                <a:ea typeface="Nimbus Sans"/>
                <a:cs typeface="Nimbus Sans"/>
              </a:defRPr>
            </a:lvl3pPr>
            <a:lvl4pPr>
              <a:defRPr sz="2475" b="0">
                <a:solidFill>
                  <a:srgbClr val="08205E"/>
                </a:solidFill>
                <a:latin typeface="Nimbus Sans"/>
                <a:ea typeface="Nimbus Sans"/>
                <a:cs typeface="Nimbus Sans"/>
              </a:defRPr>
            </a:lvl4pPr>
            <a:lvl5pPr>
              <a:defRPr sz="2475" b="0">
                <a:solidFill>
                  <a:srgbClr val="08205E"/>
                </a:solidFill>
                <a:latin typeface="Nimbus Sans"/>
                <a:ea typeface="Nimbus Sans"/>
                <a:cs typeface="Nimbus Sans"/>
              </a:defRPr>
            </a:lvl5pPr>
            <a:lvl6pPr>
              <a:defRPr sz="2475" b="0">
                <a:solidFill>
                  <a:srgbClr val="08205E"/>
                </a:solidFill>
                <a:latin typeface="Nimbus Sans"/>
                <a:ea typeface="Nimbus Sans"/>
                <a:cs typeface="Nimbus Sans"/>
              </a:defRPr>
            </a:lvl6pPr>
            <a:lvl7pPr>
              <a:defRPr sz="2475" b="0">
                <a:solidFill>
                  <a:srgbClr val="08205E"/>
                </a:solidFill>
                <a:latin typeface="Nimbus Sans"/>
                <a:ea typeface="Nimbus Sans"/>
                <a:cs typeface="Nimbus Sans"/>
              </a:defRPr>
            </a:lvl7pPr>
            <a:lvl8pPr>
              <a:defRPr sz="2475" b="0">
                <a:solidFill>
                  <a:srgbClr val="08205E"/>
                </a:solidFill>
                <a:latin typeface="Nimbus Sans"/>
                <a:ea typeface="Nimbus Sans"/>
                <a:cs typeface="Nimbus Sans"/>
              </a:defRPr>
            </a:lvl8pPr>
            <a:lvl9pPr>
              <a:defRPr sz="2475" b="0">
                <a:solidFill>
                  <a:srgbClr val="08205E"/>
                </a:solidFill>
                <a:latin typeface="Nimbus Sans"/>
                <a:ea typeface="Nimbus Sans"/>
                <a:cs typeface="Nimbus Sans"/>
              </a:defRPr>
            </a:lvl9pPr>
          </a:lstStyle>
          <a:p>
            <a:pPr>
              <a:defRPr sz="2475" b="0">
                <a:solidFill>
                  <a:srgbClr val="08205E"/>
                </a:solidFill>
                <a:latin typeface="Nimbus Sans"/>
                <a:ea typeface="Nimbus Sans"/>
                <a:cs typeface="Nimbus Sans"/>
              </a:defRPr>
            </a:pPr>
            <a:r>
              <a:rPr sz="2475" b="0">
                <a:solidFill>
                  <a:srgbClr val="08205E"/>
                </a:solidFill>
                <a:latin typeface="Nimbus Sans"/>
                <a:ea typeface="Nimbus Sans"/>
                <a:cs typeface="Nimbus Sans"/>
              </a:rPr>
              <a:t>Your age and sex are background information.</a:t>
            </a:r>
          </a:p>
        </p:txBody>
      </p:sp>
      <p:sp>
        <p:nvSpPr>
          <p:cNvPr id="6" name="text-4">
            <a:extLst>
              <a:ext uri="{FF2B5EF4-FFF2-40B4-BE49-F238E27FC236}">
                <a16:creationId xmlns:a16="http://schemas.microsoft.com/office/drawing/2014/main" id="{F748443F-BB4E-401C-83B0-B31A1EB69B67}"/>
              </a:ext>
            </a:extLst>
          </p:cNvPr>
          <p:cNvSpPr>
            <a:spLocks noGrp="1"/>
          </p:cNvSpPr>
          <p:nvPr/>
        </p:nvSpPr>
        <p:spPr>
          <a:xfrm>
            <a:off x="714375" y="2714625"/>
            <a:ext cx="10668000" cy="828675"/>
          </a:xfrm>
          <a:prstGeom prst="rect">
            <a:avLst/>
          </a:prstGeom>
          <a:noFill/>
          <a:ln w="0">
            <a:noFill/>
            <a:prstDash val="solid"/>
          </a:ln>
        </p:spPr>
        <p:txBody>
          <a:bodyPr lIns="0" tIns="0" rIns="0" bIns="0" anchor="t"/>
          <a:lstStyle>
            <a:defPPr>
              <a:defRPr sz="2475" b="0">
                <a:solidFill>
                  <a:srgbClr val="08205E"/>
                </a:solidFill>
                <a:latin typeface="Nimbus Sans"/>
                <a:ea typeface="Nimbus Sans"/>
                <a:cs typeface="Nimbus Sans"/>
              </a:defRPr>
            </a:defPPr>
            <a:lvl1pPr>
              <a:defRPr sz="2475" b="0">
                <a:solidFill>
                  <a:srgbClr val="08205E"/>
                </a:solidFill>
                <a:latin typeface="Nimbus Sans"/>
                <a:ea typeface="Nimbus Sans"/>
                <a:cs typeface="Nimbus Sans"/>
              </a:defRPr>
            </a:lvl1pPr>
            <a:lvl2pPr>
              <a:defRPr sz="2475" b="0">
                <a:solidFill>
                  <a:srgbClr val="08205E"/>
                </a:solidFill>
                <a:latin typeface="Nimbus Sans"/>
                <a:ea typeface="Nimbus Sans"/>
                <a:cs typeface="Nimbus Sans"/>
              </a:defRPr>
            </a:lvl2pPr>
            <a:lvl3pPr>
              <a:defRPr sz="2475" b="0">
                <a:solidFill>
                  <a:srgbClr val="08205E"/>
                </a:solidFill>
                <a:latin typeface="Nimbus Sans"/>
                <a:ea typeface="Nimbus Sans"/>
                <a:cs typeface="Nimbus Sans"/>
              </a:defRPr>
            </a:lvl3pPr>
            <a:lvl4pPr>
              <a:defRPr sz="2475" b="0">
                <a:solidFill>
                  <a:srgbClr val="08205E"/>
                </a:solidFill>
                <a:latin typeface="Nimbus Sans"/>
                <a:ea typeface="Nimbus Sans"/>
                <a:cs typeface="Nimbus Sans"/>
              </a:defRPr>
            </a:lvl4pPr>
            <a:lvl5pPr>
              <a:defRPr sz="2475" b="0">
                <a:solidFill>
                  <a:srgbClr val="08205E"/>
                </a:solidFill>
                <a:latin typeface="Nimbus Sans"/>
                <a:ea typeface="Nimbus Sans"/>
                <a:cs typeface="Nimbus Sans"/>
              </a:defRPr>
            </a:lvl5pPr>
            <a:lvl6pPr>
              <a:defRPr sz="2475" b="0">
                <a:solidFill>
                  <a:srgbClr val="08205E"/>
                </a:solidFill>
                <a:latin typeface="Nimbus Sans"/>
                <a:ea typeface="Nimbus Sans"/>
                <a:cs typeface="Nimbus Sans"/>
              </a:defRPr>
            </a:lvl6pPr>
            <a:lvl7pPr>
              <a:defRPr sz="2475" b="0">
                <a:solidFill>
                  <a:srgbClr val="08205E"/>
                </a:solidFill>
                <a:latin typeface="Nimbus Sans"/>
                <a:ea typeface="Nimbus Sans"/>
                <a:cs typeface="Nimbus Sans"/>
              </a:defRPr>
            </a:lvl7pPr>
            <a:lvl8pPr>
              <a:defRPr sz="2475" b="0">
                <a:solidFill>
                  <a:srgbClr val="08205E"/>
                </a:solidFill>
                <a:latin typeface="Nimbus Sans"/>
                <a:ea typeface="Nimbus Sans"/>
                <a:cs typeface="Nimbus Sans"/>
              </a:defRPr>
            </a:lvl8pPr>
            <a:lvl9pPr>
              <a:defRPr sz="2475" b="0">
                <a:solidFill>
                  <a:srgbClr val="08205E"/>
                </a:solidFill>
                <a:latin typeface="Nimbus Sans"/>
                <a:ea typeface="Nimbus Sans"/>
                <a:cs typeface="Nimbus Sans"/>
              </a:defRPr>
            </a:lvl9pPr>
          </a:lstStyle>
          <a:p>
            <a:pPr>
              <a:defRPr sz="2475" b="0">
                <a:solidFill>
                  <a:srgbClr val="08205E"/>
                </a:solidFill>
                <a:latin typeface="Nimbus Sans"/>
                <a:ea typeface="Nimbus Sans"/>
                <a:cs typeface="Nimbus Sans"/>
              </a:defRPr>
            </a:pPr>
            <a:r>
              <a:rPr sz="2475" b="0">
                <a:solidFill>
                  <a:srgbClr val="08205E"/>
                </a:solidFill>
                <a:latin typeface="Nimbus Sans"/>
                <a:ea typeface="Nimbus Sans"/>
                <a:cs typeface="Nimbus Sans"/>
              </a:rPr>
              <a:t>A model score is not a judgment about you.</a:t>
            </a:r>
          </a:p>
        </p:txBody>
      </p:sp>
      <p:sp>
        <p:nvSpPr>
          <p:cNvPr id="7" name="text-5">
            <a:extLst>
              <a:ext uri="{FF2B5EF4-FFF2-40B4-BE49-F238E27FC236}">
                <a16:creationId xmlns:a16="http://schemas.microsoft.com/office/drawing/2014/main" id="{D3D3245C-A10E-4149-AB0A-DE6361BFE40D}"/>
              </a:ext>
            </a:extLst>
          </p:cNvPr>
          <p:cNvSpPr>
            <a:spLocks noGrp="1"/>
          </p:cNvSpPr>
          <p:nvPr/>
        </p:nvSpPr>
        <p:spPr>
          <a:xfrm>
            <a:off x="714375" y="3714750"/>
            <a:ext cx="10668000" cy="828675"/>
          </a:xfrm>
          <a:prstGeom prst="rect">
            <a:avLst/>
          </a:prstGeom>
          <a:noFill/>
          <a:ln w="0">
            <a:noFill/>
            <a:prstDash val="solid"/>
          </a:ln>
        </p:spPr>
        <p:txBody>
          <a:bodyPr lIns="0" tIns="0" rIns="0" bIns="0" anchor="t"/>
          <a:lstStyle>
            <a:defPPr>
              <a:defRPr sz="2475" b="0">
                <a:solidFill>
                  <a:srgbClr val="08205E"/>
                </a:solidFill>
                <a:latin typeface="Nimbus Sans"/>
                <a:ea typeface="Nimbus Sans"/>
                <a:cs typeface="Nimbus Sans"/>
              </a:defRPr>
            </a:defPPr>
            <a:lvl1pPr>
              <a:defRPr sz="2475" b="0">
                <a:solidFill>
                  <a:srgbClr val="08205E"/>
                </a:solidFill>
                <a:latin typeface="Nimbus Sans"/>
                <a:ea typeface="Nimbus Sans"/>
                <a:cs typeface="Nimbus Sans"/>
              </a:defRPr>
            </a:lvl1pPr>
            <a:lvl2pPr>
              <a:defRPr sz="2475" b="0">
                <a:solidFill>
                  <a:srgbClr val="08205E"/>
                </a:solidFill>
                <a:latin typeface="Nimbus Sans"/>
                <a:ea typeface="Nimbus Sans"/>
                <a:cs typeface="Nimbus Sans"/>
              </a:defRPr>
            </a:lvl2pPr>
            <a:lvl3pPr>
              <a:defRPr sz="2475" b="0">
                <a:solidFill>
                  <a:srgbClr val="08205E"/>
                </a:solidFill>
                <a:latin typeface="Nimbus Sans"/>
                <a:ea typeface="Nimbus Sans"/>
                <a:cs typeface="Nimbus Sans"/>
              </a:defRPr>
            </a:lvl3pPr>
            <a:lvl4pPr>
              <a:defRPr sz="2475" b="0">
                <a:solidFill>
                  <a:srgbClr val="08205E"/>
                </a:solidFill>
                <a:latin typeface="Nimbus Sans"/>
                <a:ea typeface="Nimbus Sans"/>
                <a:cs typeface="Nimbus Sans"/>
              </a:defRPr>
            </a:lvl4pPr>
            <a:lvl5pPr>
              <a:defRPr sz="2475" b="0">
                <a:solidFill>
                  <a:srgbClr val="08205E"/>
                </a:solidFill>
                <a:latin typeface="Nimbus Sans"/>
                <a:ea typeface="Nimbus Sans"/>
                <a:cs typeface="Nimbus Sans"/>
              </a:defRPr>
            </a:lvl5pPr>
            <a:lvl6pPr>
              <a:defRPr sz="2475" b="0">
                <a:solidFill>
                  <a:srgbClr val="08205E"/>
                </a:solidFill>
                <a:latin typeface="Nimbus Sans"/>
                <a:ea typeface="Nimbus Sans"/>
                <a:cs typeface="Nimbus Sans"/>
              </a:defRPr>
            </a:lvl6pPr>
            <a:lvl7pPr>
              <a:defRPr sz="2475" b="0">
                <a:solidFill>
                  <a:srgbClr val="08205E"/>
                </a:solidFill>
                <a:latin typeface="Nimbus Sans"/>
                <a:ea typeface="Nimbus Sans"/>
                <a:cs typeface="Nimbus Sans"/>
              </a:defRPr>
            </a:lvl7pPr>
            <a:lvl8pPr>
              <a:defRPr sz="2475" b="0">
                <a:solidFill>
                  <a:srgbClr val="08205E"/>
                </a:solidFill>
                <a:latin typeface="Nimbus Sans"/>
                <a:ea typeface="Nimbus Sans"/>
                <a:cs typeface="Nimbus Sans"/>
              </a:defRPr>
            </a:lvl8pPr>
            <a:lvl9pPr>
              <a:defRPr sz="2475" b="0">
                <a:solidFill>
                  <a:srgbClr val="08205E"/>
                </a:solidFill>
                <a:latin typeface="Nimbus Sans"/>
                <a:ea typeface="Nimbus Sans"/>
                <a:cs typeface="Nimbus Sans"/>
              </a:defRPr>
            </a:lvl9pPr>
          </a:lstStyle>
          <a:p>
            <a:pPr>
              <a:defRPr sz="2475" b="0">
                <a:solidFill>
                  <a:srgbClr val="08205E"/>
                </a:solidFill>
                <a:latin typeface="Nimbus Sans"/>
                <a:ea typeface="Nimbus Sans"/>
                <a:cs typeface="Nimbus Sans"/>
              </a:defRPr>
            </a:pPr>
            <a:r>
              <a:rPr sz="2475" b="0">
                <a:solidFill>
                  <a:srgbClr val="08205E"/>
                </a:solidFill>
                <a:latin typeface="Nimbus Sans"/>
                <a:ea typeface="Nimbus Sans"/>
                <a:cs typeface="Nimbus Sans"/>
              </a:rPr>
              <a:t>Continue appropriate check-ups and prescribed care.</a:t>
            </a:r>
          </a:p>
        </p:txBody>
      </p:sp>
      <p:sp>
        <p:nvSpPr>
          <p:cNvPr id="8" name="text-6">
            <a:extLst>
              <a:ext uri="{FF2B5EF4-FFF2-40B4-BE49-F238E27FC236}">
                <a16:creationId xmlns:a16="http://schemas.microsoft.com/office/drawing/2014/main" id="{03B13AB7-32F2-423E-B24F-15FCF9E94924}"/>
              </a:ext>
            </a:extLst>
          </p:cNvPr>
          <p:cNvSpPr>
            <a:spLocks noGrp="1"/>
          </p:cNvSpPr>
          <p:nvPr/>
        </p:nvSpPr>
        <p:spPr>
          <a:xfrm>
            <a:off x="714375" y="4714875"/>
            <a:ext cx="10668000" cy="828675"/>
          </a:xfrm>
          <a:prstGeom prst="rect">
            <a:avLst/>
          </a:prstGeom>
          <a:noFill/>
          <a:ln w="0">
            <a:noFill/>
            <a:prstDash val="solid"/>
          </a:ln>
        </p:spPr>
        <p:txBody>
          <a:bodyPr lIns="0" tIns="0" rIns="0" bIns="0" anchor="t"/>
          <a:lstStyle>
            <a:defPPr>
              <a:defRPr sz="2475" b="0">
                <a:solidFill>
                  <a:srgbClr val="08205E"/>
                </a:solidFill>
                <a:latin typeface="Nimbus Sans"/>
                <a:ea typeface="Nimbus Sans"/>
                <a:cs typeface="Nimbus Sans"/>
              </a:defRPr>
            </a:defPPr>
            <a:lvl1pPr>
              <a:defRPr sz="2475" b="0">
                <a:solidFill>
                  <a:srgbClr val="08205E"/>
                </a:solidFill>
                <a:latin typeface="Nimbus Sans"/>
                <a:ea typeface="Nimbus Sans"/>
                <a:cs typeface="Nimbus Sans"/>
              </a:defRPr>
            </a:lvl1pPr>
            <a:lvl2pPr>
              <a:defRPr sz="2475" b="0">
                <a:solidFill>
                  <a:srgbClr val="08205E"/>
                </a:solidFill>
                <a:latin typeface="Nimbus Sans"/>
                <a:ea typeface="Nimbus Sans"/>
                <a:cs typeface="Nimbus Sans"/>
              </a:defRPr>
            </a:lvl2pPr>
            <a:lvl3pPr>
              <a:defRPr sz="2475" b="0">
                <a:solidFill>
                  <a:srgbClr val="08205E"/>
                </a:solidFill>
                <a:latin typeface="Nimbus Sans"/>
                <a:ea typeface="Nimbus Sans"/>
                <a:cs typeface="Nimbus Sans"/>
              </a:defRPr>
            </a:lvl3pPr>
            <a:lvl4pPr>
              <a:defRPr sz="2475" b="0">
                <a:solidFill>
                  <a:srgbClr val="08205E"/>
                </a:solidFill>
                <a:latin typeface="Nimbus Sans"/>
                <a:ea typeface="Nimbus Sans"/>
                <a:cs typeface="Nimbus Sans"/>
              </a:defRPr>
            </a:lvl4pPr>
            <a:lvl5pPr>
              <a:defRPr sz="2475" b="0">
                <a:solidFill>
                  <a:srgbClr val="08205E"/>
                </a:solidFill>
                <a:latin typeface="Nimbus Sans"/>
                <a:ea typeface="Nimbus Sans"/>
                <a:cs typeface="Nimbus Sans"/>
              </a:defRPr>
            </a:lvl5pPr>
            <a:lvl6pPr>
              <a:defRPr sz="2475" b="0">
                <a:solidFill>
                  <a:srgbClr val="08205E"/>
                </a:solidFill>
                <a:latin typeface="Nimbus Sans"/>
                <a:ea typeface="Nimbus Sans"/>
                <a:cs typeface="Nimbus Sans"/>
              </a:defRPr>
            </a:lvl6pPr>
            <a:lvl7pPr>
              <a:defRPr sz="2475" b="0">
                <a:solidFill>
                  <a:srgbClr val="08205E"/>
                </a:solidFill>
                <a:latin typeface="Nimbus Sans"/>
                <a:ea typeface="Nimbus Sans"/>
                <a:cs typeface="Nimbus Sans"/>
              </a:defRPr>
            </a:lvl7pPr>
            <a:lvl8pPr>
              <a:defRPr sz="2475" b="0">
                <a:solidFill>
                  <a:srgbClr val="08205E"/>
                </a:solidFill>
                <a:latin typeface="Nimbus Sans"/>
                <a:ea typeface="Nimbus Sans"/>
                <a:cs typeface="Nimbus Sans"/>
              </a:defRPr>
            </a:lvl8pPr>
            <a:lvl9pPr>
              <a:defRPr sz="2475" b="0">
                <a:solidFill>
                  <a:srgbClr val="08205E"/>
                </a:solidFill>
                <a:latin typeface="Nimbus Sans"/>
                <a:ea typeface="Nimbus Sans"/>
                <a:cs typeface="Nimbus Sans"/>
              </a:defRPr>
            </a:lvl9pPr>
          </a:lstStyle>
          <a:p>
            <a:pPr>
              <a:defRPr sz="2475" b="0">
                <a:solidFill>
                  <a:srgbClr val="08205E"/>
                </a:solidFill>
                <a:latin typeface="Nimbus Sans"/>
                <a:ea typeface="Nimbus Sans"/>
                <a:cs typeface="Nimbus Sans"/>
              </a:defRPr>
            </a:pPr>
            <a:r>
              <a:rPr sz="2475" b="0">
                <a:solidFill>
                  <a:srgbClr val="08205E"/>
                </a:solidFill>
                <a:latin typeface="Nimbus Sans"/>
                <a:ea typeface="Nimbus Sans"/>
                <a:cs typeface="Nimbus Sans"/>
              </a:rPr>
              <a:t>An explanation is not a reason to start drinking alcohol.</a:t>
            </a:r>
          </a:p>
        </p:txBody>
      </p:sp>
    </p:spTree>
    <p:extLst>
      <p:ext uri="{BB962C8B-B14F-4D97-AF65-F5344CB8AC3E}">
        <p14:creationId xmlns:p14="http://schemas.microsoft.com/office/powerpoint/2010/main" val="9652073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 name="Billede 8">
            <a:extLst>
              <a:ext uri="{FF2B5EF4-FFF2-40B4-BE49-F238E27FC236}">
                <a16:creationId xmlns:a16="http://schemas.microsoft.com/office/drawing/2014/main" id="{249BC0A0-C3F7-4DC8-B9F5-F6DC761F50E5}"/>
              </a:ext>
            </a:extLst>
          </p:cNvPr>
          <p:cNvPicPr>
            <a:picLocks noChangeAspect="1"/>
          </p:cNvPicPr>
          <p:nvPr/>
        </p:nvPicPr>
        <p:blipFill>
          <a:blip r:embed="rId3"/>
          <a:stretch/>
        </p:blipFill>
        <p:spPr>
          <a:xfrm>
            <a:off x="2462" y="0"/>
            <a:ext cx="12187076" cy="6858000"/>
          </a:xfrm>
          <a:prstGeom prst="rect">
            <a:avLst/>
          </a:prstGeom>
        </p:spPr>
      </p:pic>
      <p:sp>
        <p:nvSpPr>
          <p:cNvPr id="2" name="content-background">
            <a:extLst>
              <a:ext uri="{FF2B5EF4-FFF2-40B4-BE49-F238E27FC236}">
                <a16:creationId xmlns:a16="http://schemas.microsoft.com/office/drawing/2014/main" id="{868EEB40-10C0-4E0C-A926-CA73D69BDBA1}"/>
              </a:ext>
            </a:extLst>
          </p:cNvPr>
          <p:cNvSpPr>
            <a:spLocks noGrp="1"/>
          </p:cNvSpPr>
          <p:nvPr/>
        </p:nvSpPr>
        <p:spPr>
          <a:xfrm>
            <a:off x="333375" y="266700"/>
            <a:ext cx="11525250" cy="6324600"/>
          </a:xfrm>
          <a:prstGeom prst="rect">
            <a:avLst/>
          </a:prstGeom>
          <a:solidFill>
            <a:srgbClr val="FFFFFF"/>
          </a:solidFill>
          <a:ln w="0">
            <a:noFill/>
            <a:prstDash val="solid"/>
          </a:ln>
        </p:spPr>
        <p:txBody>
          <a:bodyPr/>
          <a:lstStyle/>
          <a:p>
            <a:endParaRPr lang="da-DK"/>
          </a:p>
        </p:txBody>
      </p:sp>
      <p:sp>
        <p:nvSpPr>
          <p:cNvPr id="3" name="text-1">
            <a:extLst>
              <a:ext uri="{FF2B5EF4-FFF2-40B4-BE49-F238E27FC236}">
                <a16:creationId xmlns:a16="http://schemas.microsoft.com/office/drawing/2014/main" id="{5719FF19-EA12-4960-9427-33DE423E5BF7}"/>
              </a:ext>
            </a:extLst>
          </p:cNvPr>
          <p:cNvSpPr>
            <a:spLocks noGrp="1"/>
          </p:cNvSpPr>
          <p:nvPr/>
        </p:nvSpPr>
        <p:spPr>
          <a:xfrm>
            <a:off x="666750" y="542925"/>
            <a:ext cx="10858500" cy="876300"/>
          </a:xfrm>
          <a:prstGeom prst="rect">
            <a:avLst/>
          </a:prstGeom>
          <a:noFill/>
          <a:ln w="0">
            <a:noFill/>
            <a:prstDash val="solid"/>
          </a:ln>
        </p:spPr>
        <p:txBody>
          <a:bodyPr lIns="0" tIns="0" rIns="0" bIns="0" anchor="t"/>
          <a:lstStyle>
            <a:defPPr>
              <a:defRPr sz="3300" b="1">
                <a:solidFill>
                  <a:srgbClr val="08205E"/>
                </a:solidFill>
                <a:latin typeface="Nimbus Sans"/>
                <a:ea typeface="Nimbus Sans"/>
                <a:cs typeface="Nimbus Sans"/>
              </a:defRPr>
            </a:defPPr>
            <a:lvl1pPr>
              <a:defRPr sz="3300" b="1">
                <a:solidFill>
                  <a:srgbClr val="08205E"/>
                </a:solidFill>
                <a:latin typeface="Nimbus Sans"/>
                <a:ea typeface="Nimbus Sans"/>
                <a:cs typeface="Nimbus Sans"/>
              </a:defRPr>
            </a:lvl1pPr>
            <a:lvl2pPr>
              <a:defRPr sz="3300" b="1">
                <a:solidFill>
                  <a:srgbClr val="08205E"/>
                </a:solidFill>
                <a:latin typeface="Nimbus Sans"/>
                <a:ea typeface="Nimbus Sans"/>
                <a:cs typeface="Nimbus Sans"/>
              </a:defRPr>
            </a:lvl2pPr>
            <a:lvl3pPr>
              <a:defRPr sz="3300" b="1">
                <a:solidFill>
                  <a:srgbClr val="08205E"/>
                </a:solidFill>
                <a:latin typeface="Nimbus Sans"/>
                <a:ea typeface="Nimbus Sans"/>
                <a:cs typeface="Nimbus Sans"/>
              </a:defRPr>
            </a:lvl3pPr>
            <a:lvl4pPr>
              <a:defRPr sz="3300" b="1">
                <a:solidFill>
                  <a:srgbClr val="08205E"/>
                </a:solidFill>
                <a:latin typeface="Nimbus Sans"/>
                <a:ea typeface="Nimbus Sans"/>
                <a:cs typeface="Nimbus Sans"/>
              </a:defRPr>
            </a:lvl4pPr>
            <a:lvl5pPr>
              <a:defRPr sz="3300" b="1">
                <a:solidFill>
                  <a:srgbClr val="08205E"/>
                </a:solidFill>
                <a:latin typeface="Nimbus Sans"/>
                <a:ea typeface="Nimbus Sans"/>
                <a:cs typeface="Nimbus Sans"/>
              </a:defRPr>
            </a:lvl5pPr>
            <a:lvl6pPr>
              <a:defRPr sz="3300" b="1">
                <a:solidFill>
                  <a:srgbClr val="08205E"/>
                </a:solidFill>
                <a:latin typeface="Nimbus Sans"/>
                <a:ea typeface="Nimbus Sans"/>
                <a:cs typeface="Nimbus Sans"/>
              </a:defRPr>
            </a:lvl6pPr>
            <a:lvl7pPr>
              <a:defRPr sz="3300" b="1">
                <a:solidFill>
                  <a:srgbClr val="08205E"/>
                </a:solidFill>
                <a:latin typeface="Nimbus Sans"/>
                <a:ea typeface="Nimbus Sans"/>
                <a:cs typeface="Nimbus Sans"/>
              </a:defRPr>
            </a:lvl7pPr>
            <a:lvl8pPr>
              <a:defRPr sz="3300" b="1">
                <a:solidFill>
                  <a:srgbClr val="08205E"/>
                </a:solidFill>
                <a:latin typeface="Nimbus Sans"/>
                <a:ea typeface="Nimbus Sans"/>
                <a:cs typeface="Nimbus Sans"/>
              </a:defRPr>
            </a:lvl8pPr>
            <a:lvl9pPr>
              <a:defRPr sz="3300" b="1">
                <a:solidFill>
                  <a:srgbClr val="08205E"/>
                </a:solidFill>
                <a:latin typeface="Nimbus Sans"/>
                <a:ea typeface="Nimbus Sans"/>
                <a:cs typeface="Nimbus Sans"/>
              </a:defRPr>
            </a:lvl9pPr>
          </a:lstStyle>
          <a:p>
            <a:pPr>
              <a:defRPr sz="3300" b="1">
                <a:solidFill>
                  <a:srgbClr val="08205E"/>
                </a:solidFill>
                <a:latin typeface="Nimbus Sans"/>
                <a:ea typeface="Nimbus Sans"/>
                <a:cs typeface="Nimbus Sans"/>
              </a:defRPr>
            </a:pPr>
            <a:r>
              <a:rPr sz="3300" b="1">
                <a:solidFill>
                  <a:srgbClr val="08205E"/>
                </a:solidFill>
                <a:latin typeface="Nimbus Sans"/>
                <a:ea typeface="Nimbus Sans"/>
                <a:cs typeface="Nimbus Sans"/>
              </a:rPr>
              <a:t>Your next step and your questions</a:t>
            </a:r>
          </a:p>
        </p:txBody>
      </p:sp>
      <p:sp>
        <p:nvSpPr>
          <p:cNvPr id="4" name="text-2">
            <a:extLst>
              <a:ext uri="{FF2B5EF4-FFF2-40B4-BE49-F238E27FC236}">
                <a16:creationId xmlns:a16="http://schemas.microsoft.com/office/drawing/2014/main" id="{0DFF4194-3262-4D05-8485-A86E0A150CF7}"/>
              </a:ext>
            </a:extLst>
          </p:cNvPr>
          <p:cNvSpPr>
            <a:spLocks noGrp="1"/>
          </p:cNvSpPr>
          <p:nvPr/>
        </p:nvSpPr>
        <p:spPr>
          <a:xfrm>
            <a:off x="666750" y="6343650"/>
            <a:ext cx="8096250" cy="190500"/>
          </a:xfrm>
          <a:prstGeom prst="rect">
            <a:avLst/>
          </a:prstGeom>
          <a:noFill/>
          <a:ln w="0">
            <a:noFill/>
            <a:prstDash val="solid"/>
          </a:ln>
        </p:spPr>
        <p:txBody>
          <a:bodyPr lIns="0" tIns="0" rIns="0" bIns="0" anchor="t"/>
          <a:lstStyle>
            <a:defPPr>
              <a:defRPr sz="1125" b="0">
                <a:solidFill>
                  <a:srgbClr val="46536A"/>
                </a:solidFill>
                <a:latin typeface="Nimbus Sans"/>
                <a:ea typeface="Nimbus Sans"/>
                <a:cs typeface="Nimbus Sans"/>
              </a:defRPr>
            </a:defPPr>
            <a:lvl1pPr>
              <a:defRPr sz="1125" b="0">
                <a:solidFill>
                  <a:srgbClr val="46536A"/>
                </a:solidFill>
                <a:latin typeface="Nimbus Sans"/>
                <a:ea typeface="Nimbus Sans"/>
                <a:cs typeface="Nimbus Sans"/>
              </a:defRPr>
            </a:lvl1pPr>
            <a:lvl2pPr>
              <a:defRPr sz="1125" b="0">
                <a:solidFill>
                  <a:srgbClr val="46536A"/>
                </a:solidFill>
                <a:latin typeface="Nimbus Sans"/>
                <a:ea typeface="Nimbus Sans"/>
                <a:cs typeface="Nimbus Sans"/>
              </a:defRPr>
            </a:lvl2pPr>
            <a:lvl3pPr>
              <a:defRPr sz="1125" b="0">
                <a:solidFill>
                  <a:srgbClr val="46536A"/>
                </a:solidFill>
                <a:latin typeface="Nimbus Sans"/>
                <a:ea typeface="Nimbus Sans"/>
                <a:cs typeface="Nimbus Sans"/>
              </a:defRPr>
            </a:lvl3pPr>
            <a:lvl4pPr>
              <a:defRPr sz="1125" b="0">
                <a:solidFill>
                  <a:srgbClr val="46536A"/>
                </a:solidFill>
                <a:latin typeface="Nimbus Sans"/>
                <a:ea typeface="Nimbus Sans"/>
                <a:cs typeface="Nimbus Sans"/>
              </a:defRPr>
            </a:lvl4pPr>
            <a:lvl5pPr>
              <a:defRPr sz="1125" b="0">
                <a:solidFill>
                  <a:srgbClr val="46536A"/>
                </a:solidFill>
                <a:latin typeface="Nimbus Sans"/>
                <a:ea typeface="Nimbus Sans"/>
                <a:cs typeface="Nimbus Sans"/>
              </a:defRPr>
            </a:lvl5pPr>
            <a:lvl6pPr>
              <a:defRPr sz="1125" b="0">
                <a:solidFill>
                  <a:srgbClr val="46536A"/>
                </a:solidFill>
                <a:latin typeface="Nimbus Sans"/>
                <a:ea typeface="Nimbus Sans"/>
                <a:cs typeface="Nimbus Sans"/>
              </a:defRPr>
            </a:lvl6pPr>
            <a:lvl7pPr>
              <a:defRPr sz="1125" b="0">
                <a:solidFill>
                  <a:srgbClr val="46536A"/>
                </a:solidFill>
                <a:latin typeface="Nimbus Sans"/>
                <a:ea typeface="Nimbus Sans"/>
                <a:cs typeface="Nimbus Sans"/>
              </a:defRPr>
            </a:lvl7pPr>
            <a:lvl8pPr>
              <a:defRPr sz="1125" b="0">
                <a:solidFill>
                  <a:srgbClr val="46536A"/>
                </a:solidFill>
                <a:latin typeface="Nimbus Sans"/>
                <a:ea typeface="Nimbus Sans"/>
                <a:cs typeface="Nimbus Sans"/>
              </a:defRPr>
            </a:lvl8pPr>
            <a:lvl9pPr>
              <a:defRPr sz="1125" b="0">
                <a:solidFill>
                  <a:srgbClr val="46536A"/>
                </a:solidFill>
                <a:latin typeface="Nimbus Sans"/>
                <a:ea typeface="Nimbus Sans"/>
                <a:cs typeface="Nimbus Sans"/>
              </a:defRPr>
            </a:lvl9pPr>
          </a:lstStyle>
          <a:p>
            <a:pPr>
              <a:defRPr sz="1125" b="0">
                <a:solidFill>
                  <a:srgbClr val="46536A"/>
                </a:solidFill>
                <a:latin typeface="Nimbus Sans"/>
                <a:ea typeface="Nimbus Sans"/>
                <a:cs typeface="Nimbus Sans"/>
              </a:defRPr>
            </a:pPr>
            <a:r>
              <a:rPr sz="1125" b="0">
                <a:solidFill>
                  <a:srgbClr val="46536A"/>
                </a:solidFill>
                <a:latin typeface="Nimbus Sans"/>
                <a:ea typeface="Nimbus Sans"/>
                <a:cs typeface="Nimbus Sans"/>
              </a:rPr>
              <a:t>3 Patient   /   8</a:t>
            </a:r>
          </a:p>
        </p:txBody>
      </p:sp>
      <p:sp>
        <p:nvSpPr>
          <p:cNvPr id="5" name="text-3">
            <a:extLst>
              <a:ext uri="{FF2B5EF4-FFF2-40B4-BE49-F238E27FC236}">
                <a16:creationId xmlns:a16="http://schemas.microsoft.com/office/drawing/2014/main" id="{E289BABE-9E5D-4D6B-8C5B-3CF709CCCEAC}"/>
              </a:ext>
            </a:extLst>
          </p:cNvPr>
          <p:cNvSpPr>
            <a:spLocks noGrp="1"/>
          </p:cNvSpPr>
          <p:nvPr/>
        </p:nvSpPr>
        <p:spPr>
          <a:xfrm>
            <a:off x="714375" y="1714500"/>
            <a:ext cx="10572750" cy="952500"/>
          </a:xfrm>
          <a:prstGeom prst="rect">
            <a:avLst/>
          </a:prstGeom>
          <a:noFill/>
          <a:ln w="0">
            <a:noFill/>
            <a:prstDash val="solid"/>
          </a:ln>
        </p:spPr>
        <p:txBody>
          <a:bodyPr lIns="0" tIns="0" rIns="0" bIns="0" anchor="t"/>
          <a:lstStyle>
            <a:defPPr>
              <a:defRPr sz="3300" b="1">
                <a:solidFill>
                  <a:srgbClr val="08205E"/>
                </a:solidFill>
                <a:latin typeface="Nimbus Sans"/>
                <a:ea typeface="Nimbus Sans"/>
                <a:cs typeface="Nimbus Sans"/>
              </a:defRPr>
            </a:defPPr>
            <a:lvl1pPr>
              <a:defRPr sz="3300" b="1">
                <a:solidFill>
                  <a:srgbClr val="08205E"/>
                </a:solidFill>
                <a:latin typeface="Nimbus Sans"/>
                <a:ea typeface="Nimbus Sans"/>
                <a:cs typeface="Nimbus Sans"/>
              </a:defRPr>
            </a:lvl1pPr>
            <a:lvl2pPr>
              <a:defRPr sz="3300" b="1">
                <a:solidFill>
                  <a:srgbClr val="08205E"/>
                </a:solidFill>
                <a:latin typeface="Nimbus Sans"/>
                <a:ea typeface="Nimbus Sans"/>
                <a:cs typeface="Nimbus Sans"/>
              </a:defRPr>
            </a:lvl2pPr>
            <a:lvl3pPr>
              <a:defRPr sz="3300" b="1">
                <a:solidFill>
                  <a:srgbClr val="08205E"/>
                </a:solidFill>
                <a:latin typeface="Nimbus Sans"/>
                <a:ea typeface="Nimbus Sans"/>
                <a:cs typeface="Nimbus Sans"/>
              </a:defRPr>
            </a:lvl3pPr>
            <a:lvl4pPr>
              <a:defRPr sz="3300" b="1">
                <a:solidFill>
                  <a:srgbClr val="08205E"/>
                </a:solidFill>
                <a:latin typeface="Nimbus Sans"/>
                <a:ea typeface="Nimbus Sans"/>
                <a:cs typeface="Nimbus Sans"/>
              </a:defRPr>
            </a:lvl4pPr>
            <a:lvl5pPr>
              <a:defRPr sz="3300" b="1">
                <a:solidFill>
                  <a:srgbClr val="08205E"/>
                </a:solidFill>
                <a:latin typeface="Nimbus Sans"/>
                <a:ea typeface="Nimbus Sans"/>
                <a:cs typeface="Nimbus Sans"/>
              </a:defRPr>
            </a:lvl5pPr>
            <a:lvl6pPr>
              <a:defRPr sz="3300" b="1">
                <a:solidFill>
                  <a:srgbClr val="08205E"/>
                </a:solidFill>
                <a:latin typeface="Nimbus Sans"/>
                <a:ea typeface="Nimbus Sans"/>
                <a:cs typeface="Nimbus Sans"/>
              </a:defRPr>
            </a:lvl6pPr>
            <a:lvl7pPr>
              <a:defRPr sz="3300" b="1">
                <a:solidFill>
                  <a:srgbClr val="08205E"/>
                </a:solidFill>
                <a:latin typeface="Nimbus Sans"/>
                <a:ea typeface="Nimbus Sans"/>
                <a:cs typeface="Nimbus Sans"/>
              </a:defRPr>
            </a:lvl7pPr>
            <a:lvl8pPr>
              <a:defRPr sz="3300" b="1">
                <a:solidFill>
                  <a:srgbClr val="08205E"/>
                </a:solidFill>
                <a:latin typeface="Nimbus Sans"/>
                <a:ea typeface="Nimbus Sans"/>
                <a:cs typeface="Nimbus Sans"/>
              </a:defRPr>
            </a:lvl8pPr>
            <a:lvl9pPr>
              <a:defRPr sz="3300" b="1">
                <a:solidFill>
                  <a:srgbClr val="08205E"/>
                </a:solidFill>
                <a:latin typeface="Nimbus Sans"/>
                <a:ea typeface="Nimbus Sans"/>
                <a:cs typeface="Nimbus Sans"/>
              </a:defRPr>
            </a:lvl9pPr>
          </a:lstStyle>
          <a:p>
            <a:pPr>
              <a:defRPr sz="3300" b="1">
                <a:solidFill>
                  <a:srgbClr val="08205E"/>
                </a:solidFill>
                <a:latin typeface="Nimbus Sans"/>
                <a:ea typeface="Nimbus Sans"/>
                <a:cs typeface="Nimbus Sans"/>
              </a:defRPr>
            </a:pPr>
            <a:r>
              <a:rPr sz="3300" b="1">
                <a:solidFill>
                  <a:srgbClr val="08205E"/>
                </a:solidFill>
                <a:latin typeface="Nimbus Sans"/>
                <a:ea typeface="Nimbus Sans"/>
                <a:cs typeface="Nimbus Sans"/>
              </a:rPr>
              <a:t>A conversation with your healthcare team</a:t>
            </a:r>
          </a:p>
        </p:txBody>
      </p:sp>
      <p:sp>
        <p:nvSpPr>
          <p:cNvPr id="6" name="text-4">
            <a:extLst>
              <a:ext uri="{FF2B5EF4-FFF2-40B4-BE49-F238E27FC236}">
                <a16:creationId xmlns:a16="http://schemas.microsoft.com/office/drawing/2014/main" id="{C687C9BF-ED89-4269-8E37-F990B919893F}"/>
              </a:ext>
            </a:extLst>
          </p:cNvPr>
          <p:cNvSpPr>
            <a:spLocks noGrp="1"/>
          </p:cNvSpPr>
          <p:nvPr/>
        </p:nvSpPr>
        <p:spPr>
          <a:xfrm>
            <a:off x="714375" y="3143250"/>
            <a:ext cx="10668000" cy="781050"/>
          </a:xfrm>
          <a:prstGeom prst="rect">
            <a:avLst/>
          </a:prstGeom>
          <a:noFill/>
          <a:ln w="0">
            <a:noFill/>
            <a:prstDash val="solid"/>
          </a:ln>
        </p:spPr>
        <p:txBody>
          <a:bodyPr lIns="0" tIns="0" rIns="0" bIns="0" anchor="t"/>
          <a:lstStyle>
            <a:defPPr>
              <a:defRPr sz="2400" b="0">
                <a:solidFill>
                  <a:srgbClr val="08205E"/>
                </a:solidFill>
                <a:latin typeface="Nimbus Sans"/>
                <a:ea typeface="Nimbus Sans"/>
                <a:cs typeface="Nimbus Sans"/>
              </a:defRPr>
            </a:defPPr>
            <a:lvl1pPr>
              <a:defRPr sz="2400" b="0">
                <a:solidFill>
                  <a:srgbClr val="08205E"/>
                </a:solidFill>
                <a:latin typeface="Nimbus Sans"/>
                <a:ea typeface="Nimbus Sans"/>
                <a:cs typeface="Nimbus Sans"/>
              </a:defRPr>
            </a:lvl1pPr>
            <a:lvl2pPr>
              <a:defRPr sz="2400" b="0">
                <a:solidFill>
                  <a:srgbClr val="08205E"/>
                </a:solidFill>
                <a:latin typeface="Nimbus Sans"/>
                <a:ea typeface="Nimbus Sans"/>
                <a:cs typeface="Nimbus Sans"/>
              </a:defRPr>
            </a:lvl2pPr>
            <a:lvl3pPr>
              <a:defRPr sz="2400" b="0">
                <a:solidFill>
                  <a:srgbClr val="08205E"/>
                </a:solidFill>
                <a:latin typeface="Nimbus Sans"/>
                <a:ea typeface="Nimbus Sans"/>
                <a:cs typeface="Nimbus Sans"/>
              </a:defRPr>
            </a:lvl3pPr>
            <a:lvl4pPr>
              <a:defRPr sz="2400" b="0">
                <a:solidFill>
                  <a:srgbClr val="08205E"/>
                </a:solidFill>
                <a:latin typeface="Nimbus Sans"/>
                <a:ea typeface="Nimbus Sans"/>
                <a:cs typeface="Nimbus Sans"/>
              </a:defRPr>
            </a:lvl4pPr>
            <a:lvl5pPr>
              <a:defRPr sz="2400" b="0">
                <a:solidFill>
                  <a:srgbClr val="08205E"/>
                </a:solidFill>
                <a:latin typeface="Nimbus Sans"/>
                <a:ea typeface="Nimbus Sans"/>
                <a:cs typeface="Nimbus Sans"/>
              </a:defRPr>
            </a:lvl5pPr>
            <a:lvl6pPr>
              <a:defRPr sz="2400" b="0">
                <a:solidFill>
                  <a:srgbClr val="08205E"/>
                </a:solidFill>
                <a:latin typeface="Nimbus Sans"/>
                <a:ea typeface="Nimbus Sans"/>
                <a:cs typeface="Nimbus Sans"/>
              </a:defRPr>
            </a:lvl6pPr>
            <a:lvl7pPr>
              <a:defRPr sz="2400" b="0">
                <a:solidFill>
                  <a:srgbClr val="08205E"/>
                </a:solidFill>
                <a:latin typeface="Nimbus Sans"/>
                <a:ea typeface="Nimbus Sans"/>
                <a:cs typeface="Nimbus Sans"/>
              </a:defRPr>
            </a:lvl7pPr>
            <a:lvl8pPr>
              <a:defRPr sz="2400" b="0">
                <a:solidFill>
                  <a:srgbClr val="08205E"/>
                </a:solidFill>
                <a:latin typeface="Nimbus Sans"/>
                <a:ea typeface="Nimbus Sans"/>
                <a:cs typeface="Nimbus Sans"/>
              </a:defRPr>
            </a:lvl8pPr>
            <a:lvl9pPr>
              <a:defRPr sz="2400" b="0">
                <a:solidFill>
                  <a:srgbClr val="08205E"/>
                </a:solidFill>
                <a:latin typeface="Nimbus Sans"/>
                <a:ea typeface="Nimbus Sans"/>
                <a:cs typeface="Nimbus Sans"/>
              </a:defRPr>
            </a:lvl9pPr>
          </a:lstStyle>
          <a:p>
            <a:pPr>
              <a:defRPr sz="2400" b="0">
                <a:solidFill>
                  <a:srgbClr val="08205E"/>
                </a:solidFill>
                <a:latin typeface="Nimbus Sans"/>
                <a:ea typeface="Nimbus Sans"/>
                <a:cs typeface="Nimbus Sans"/>
              </a:defRPr>
            </a:pPr>
            <a:r>
              <a:rPr sz="2400" b="0">
                <a:solidFill>
                  <a:srgbClr val="08205E"/>
                </a:solidFill>
                <a:latin typeface="Nimbus Sans"/>
                <a:ea typeface="Nimbus Sans"/>
                <a:cs typeface="Nimbus Sans"/>
              </a:rPr>
              <a:t>What does this result mean to you?</a:t>
            </a:r>
          </a:p>
        </p:txBody>
      </p:sp>
      <p:sp>
        <p:nvSpPr>
          <p:cNvPr id="7" name="text-5">
            <a:extLst>
              <a:ext uri="{FF2B5EF4-FFF2-40B4-BE49-F238E27FC236}">
                <a16:creationId xmlns:a16="http://schemas.microsoft.com/office/drawing/2014/main" id="{7B27E9A7-C33B-47B6-9E8A-23B5E00EE323}"/>
              </a:ext>
            </a:extLst>
          </p:cNvPr>
          <p:cNvSpPr>
            <a:spLocks noGrp="1"/>
          </p:cNvSpPr>
          <p:nvPr/>
        </p:nvSpPr>
        <p:spPr>
          <a:xfrm>
            <a:off x="714375" y="4095750"/>
            <a:ext cx="10668000" cy="781050"/>
          </a:xfrm>
          <a:prstGeom prst="rect">
            <a:avLst/>
          </a:prstGeom>
          <a:noFill/>
          <a:ln w="0">
            <a:noFill/>
            <a:prstDash val="solid"/>
          </a:ln>
        </p:spPr>
        <p:txBody>
          <a:bodyPr lIns="0" tIns="0" rIns="0" bIns="0" anchor="t"/>
          <a:lstStyle>
            <a:defPPr>
              <a:defRPr sz="2400" b="0">
                <a:solidFill>
                  <a:srgbClr val="08205E"/>
                </a:solidFill>
                <a:latin typeface="Nimbus Sans"/>
                <a:ea typeface="Nimbus Sans"/>
                <a:cs typeface="Nimbus Sans"/>
              </a:defRPr>
            </a:defPPr>
            <a:lvl1pPr>
              <a:defRPr sz="2400" b="0">
                <a:solidFill>
                  <a:srgbClr val="08205E"/>
                </a:solidFill>
                <a:latin typeface="Nimbus Sans"/>
                <a:ea typeface="Nimbus Sans"/>
                <a:cs typeface="Nimbus Sans"/>
              </a:defRPr>
            </a:lvl1pPr>
            <a:lvl2pPr>
              <a:defRPr sz="2400" b="0">
                <a:solidFill>
                  <a:srgbClr val="08205E"/>
                </a:solidFill>
                <a:latin typeface="Nimbus Sans"/>
                <a:ea typeface="Nimbus Sans"/>
                <a:cs typeface="Nimbus Sans"/>
              </a:defRPr>
            </a:lvl2pPr>
            <a:lvl3pPr>
              <a:defRPr sz="2400" b="0">
                <a:solidFill>
                  <a:srgbClr val="08205E"/>
                </a:solidFill>
                <a:latin typeface="Nimbus Sans"/>
                <a:ea typeface="Nimbus Sans"/>
                <a:cs typeface="Nimbus Sans"/>
              </a:defRPr>
            </a:lvl3pPr>
            <a:lvl4pPr>
              <a:defRPr sz="2400" b="0">
                <a:solidFill>
                  <a:srgbClr val="08205E"/>
                </a:solidFill>
                <a:latin typeface="Nimbus Sans"/>
                <a:ea typeface="Nimbus Sans"/>
                <a:cs typeface="Nimbus Sans"/>
              </a:defRPr>
            </a:lvl4pPr>
            <a:lvl5pPr>
              <a:defRPr sz="2400" b="0">
                <a:solidFill>
                  <a:srgbClr val="08205E"/>
                </a:solidFill>
                <a:latin typeface="Nimbus Sans"/>
                <a:ea typeface="Nimbus Sans"/>
                <a:cs typeface="Nimbus Sans"/>
              </a:defRPr>
            </a:lvl5pPr>
            <a:lvl6pPr>
              <a:defRPr sz="2400" b="0">
                <a:solidFill>
                  <a:srgbClr val="08205E"/>
                </a:solidFill>
                <a:latin typeface="Nimbus Sans"/>
                <a:ea typeface="Nimbus Sans"/>
                <a:cs typeface="Nimbus Sans"/>
              </a:defRPr>
            </a:lvl6pPr>
            <a:lvl7pPr>
              <a:defRPr sz="2400" b="0">
                <a:solidFill>
                  <a:srgbClr val="08205E"/>
                </a:solidFill>
                <a:latin typeface="Nimbus Sans"/>
                <a:ea typeface="Nimbus Sans"/>
                <a:cs typeface="Nimbus Sans"/>
              </a:defRPr>
            </a:lvl7pPr>
            <a:lvl8pPr>
              <a:defRPr sz="2400" b="0">
                <a:solidFill>
                  <a:srgbClr val="08205E"/>
                </a:solidFill>
                <a:latin typeface="Nimbus Sans"/>
                <a:ea typeface="Nimbus Sans"/>
                <a:cs typeface="Nimbus Sans"/>
              </a:defRPr>
            </a:lvl8pPr>
            <a:lvl9pPr>
              <a:defRPr sz="2400" b="0">
                <a:solidFill>
                  <a:srgbClr val="08205E"/>
                </a:solidFill>
                <a:latin typeface="Nimbus Sans"/>
                <a:ea typeface="Nimbus Sans"/>
                <a:cs typeface="Nimbus Sans"/>
              </a:defRPr>
            </a:lvl9pPr>
          </a:lstStyle>
          <a:p>
            <a:pPr>
              <a:defRPr sz="2400" b="0">
                <a:solidFill>
                  <a:srgbClr val="08205E"/>
                </a:solidFill>
                <a:latin typeface="Nimbus Sans"/>
                <a:ea typeface="Nimbus Sans"/>
                <a:cs typeface="Nimbus Sans"/>
              </a:defRPr>
            </a:pPr>
            <a:r>
              <a:rPr sz="2400" b="0">
                <a:solidFill>
                  <a:srgbClr val="08205E"/>
                </a:solidFill>
                <a:latin typeface="Nimbus Sans"/>
                <a:ea typeface="Nimbus Sans"/>
                <a:cs typeface="Nimbus Sans"/>
              </a:rPr>
              <a:t>What would make follow-up difficult?</a:t>
            </a:r>
          </a:p>
        </p:txBody>
      </p:sp>
      <p:sp>
        <p:nvSpPr>
          <p:cNvPr id="8" name="text-6">
            <a:extLst>
              <a:ext uri="{FF2B5EF4-FFF2-40B4-BE49-F238E27FC236}">
                <a16:creationId xmlns:a16="http://schemas.microsoft.com/office/drawing/2014/main" id="{05691835-089B-4D86-862C-020B0BC26D49}"/>
              </a:ext>
            </a:extLst>
          </p:cNvPr>
          <p:cNvSpPr>
            <a:spLocks noGrp="1"/>
          </p:cNvSpPr>
          <p:nvPr/>
        </p:nvSpPr>
        <p:spPr>
          <a:xfrm>
            <a:off x="714375" y="5048250"/>
            <a:ext cx="10668000" cy="781050"/>
          </a:xfrm>
          <a:prstGeom prst="rect">
            <a:avLst/>
          </a:prstGeom>
          <a:noFill/>
          <a:ln w="0">
            <a:noFill/>
            <a:prstDash val="solid"/>
          </a:ln>
        </p:spPr>
        <p:txBody>
          <a:bodyPr lIns="0" tIns="0" rIns="0" bIns="0" anchor="t"/>
          <a:lstStyle>
            <a:defPPr>
              <a:defRPr sz="2400" b="0">
                <a:solidFill>
                  <a:srgbClr val="08205E"/>
                </a:solidFill>
                <a:latin typeface="Nimbus Sans"/>
                <a:ea typeface="Nimbus Sans"/>
                <a:cs typeface="Nimbus Sans"/>
              </a:defRPr>
            </a:defPPr>
            <a:lvl1pPr>
              <a:defRPr sz="2400" b="0">
                <a:solidFill>
                  <a:srgbClr val="08205E"/>
                </a:solidFill>
                <a:latin typeface="Nimbus Sans"/>
                <a:ea typeface="Nimbus Sans"/>
                <a:cs typeface="Nimbus Sans"/>
              </a:defRPr>
            </a:lvl1pPr>
            <a:lvl2pPr>
              <a:defRPr sz="2400" b="0">
                <a:solidFill>
                  <a:srgbClr val="08205E"/>
                </a:solidFill>
                <a:latin typeface="Nimbus Sans"/>
                <a:ea typeface="Nimbus Sans"/>
                <a:cs typeface="Nimbus Sans"/>
              </a:defRPr>
            </a:lvl2pPr>
            <a:lvl3pPr>
              <a:defRPr sz="2400" b="0">
                <a:solidFill>
                  <a:srgbClr val="08205E"/>
                </a:solidFill>
                <a:latin typeface="Nimbus Sans"/>
                <a:ea typeface="Nimbus Sans"/>
                <a:cs typeface="Nimbus Sans"/>
              </a:defRPr>
            </a:lvl3pPr>
            <a:lvl4pPr>
              <a:defRPr sz="2400" b="0">
                <a:solidFill>
                  <a:srgbClr val="08205E"/>
                </a:solidFill>
                <a:latin typeface="Nimbus Sans"/>
                <a:ea typeface="Nimbus Sans"/>
                <a:cs typeface="Nimbus Sans"/>
              </a:defRPr>
            </a:lvl4pPr>
            <a:lvl5pPr>
              <a:defRPr sz="2400" b="0">
                <a:solidFill>
                  <a:srgbClr val="08205E"/>
                </a:solidFill>
                <a:latin typeface="Nimbus Sans"/>
                <a:ea typeface="Nimbus Sans"/>
                <a:cs typeface="Nimbus Sans"/>
              </a:defRPr>
            </a:lvl5pPr>
            <a:lvl6pPr>
              <a:defRPr sz="2400" b="0">
                <a:solidFill>
                  <a:srgbClr val="08205E"/>
                </a:solidFill>
                <a:latin typeface="Nimbus Sans"/>
                <a:ea typeface="Nimbus Sans"/>
                <a:cs typeface="Nimbus Sans"/>
              </a:defRPr>
            </a:lvl6pPr>
            <a:lvl7pPr>
              <a:defRPr sz="2400" b="0">
                <a:solidFill>
                  <a:srgbClr val="08205E"/>
                </a:solidFill>
                <a:latin typeface="Nimbus Sans"/>
                <a:ea typeface="Nimbus Sans"/>
                <a:cs typeface="Nimbus Sans"/>
              </a:defRPr>
            </a:lvl7pPr>
            <a:lvl8pPr>
              <a:defRPr sz="2400" b="0">
                <a:solidFill>
                  <a:srgbClr val="08205E"/>
                </a:solidFill>
                <a:latin typeface="Nimbus Sans"/>
                <a:ea typeface="Nimbus Sans"/>
                <a:cs typeface="Nimbus Sans"/>
              </a:defRPr>
            </a:lvl8pPr>
            <a:lvl9pPr>
              <a:defRPr sz="2400" b="0">
                <a:solidFill>
                  <a:srgbClr val="08205E"/>
                </a:solidFill>
                <a:latin typeface="Nimbus Sans"/>
                <a:ea typeface="Nimbus Sans"/>
                <a:cs typeface="Nimbus Sans"/>
              </a:defRPr>
            </a:lvl9pPr>
          </a:lstStyle>
          <a:p>
            <a:pPr>
              <a:defRPr sz="2400" b="0">
                <a:solidFill>
                  <a:srgbClr val="08205E"/>
                </a:solidFill>
                <a:latin typeface="Nimbus Sans"/>
                <a:ea typeface="Nimbus Sans"/>
                <a:cs typeface="Nimbus Sans"/>
              </a:defRPr>
            </a:pPr>
            <a:r>
              <a:rPr sz="2400" b="0">
                <a:solidFill>
                  <a:srgbClr val="08205E"/>
                </a:solidFill>
                <a:latin typeface="Nimbus Sans"/>
                <a:ea typeface="Nimbus Sans"/>
                <a:cs typeface="Nimbus Sans"/>
              </a:rPr>
              <a:t>Which small, realistic step would you like support with?</a:t>
            </a:r>
          </a:p>
        </p:txBody>
      </p:sp>
    </p:spTree>
    <p:extLst>
      <p:ext uri="{BB962C8B-B14F-4D97-AF65-F5344CB8AC3E}">
        <p14:creationId xmlns:p14="http://schemas.microsoft.com/office/powerpoint/2010/main" val="1557328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pic>
        <p:nvPicPr>
          <p:cNvPr id="6" name="Billede 5">
            <a:extLst>
              <a:ext uri="{FF2B5EF4-FFF2-40B4-BE49-F238E27FC236}">
                <a16:creationId xmlns:a16="http://schemas.microsoft.com/office/drawing/2014/main" id="{B0E9EACE-0206-4806-A02A-F818EDE41623}"/>
              </a:ext>
            </a:extLst>
          </p:cNvPr>
          <p:cNvPicPr>
            <a:picLocks noChangeAspect="1"/>
          </p:cNvPicPr>
          <p:nvPr/>
        </p:nvPicPr>
        <p:blipFill>
          <a:blip r:embed="rId3"/>
          <a:stretch/>
        </p:blipFill>
        <p:spPr>
          <a:xfrm>
            <a:off x="2462" y="0"/>
            <a:ext cx="12187076" cy="6858000"/>
          </a:xfrm>
          <a:prstGeom prst="rect">
            <a:avLst/>
          </a:prstGeom>
        </p:spPr>
      </p:pic>
      <p:sp>
        <p:nvSpPr>
          <p:cNvPr id="2" name="content-background">
            <a:extLst>
              <a:ext uri="{FF2B5EF4-FFF2-40B4-BE49-F238E27FC236}">
                <a16:creationId xmlns:a16="http://schemas.microsoft.com/office/drawing/2014/main" id="{8BBCD7BE-2108-470B-B808-1A2430F11537}"/>
              </a:ext>
            </a:extLst>
          </p:cNvPr>
          <p:cNvSpPr>
            <a:spLocks noGrp="1"/>
          </p:cNvSpPr>
          <p:nvPr/>
        </p:nvSpPr>
        <p:spPr>
          <a:xfrm>
            <a:off x="333375" y="266700"/>
            <a:ext cx="11525250" cy="6324600"/>
          </a:xfrm>
          <a:prstGeom prst="rect">
            <a:avLst/>
          </a:prstGeom>
          <a:solidFill>
            <a:srgbClr val="FFFFFF"/>
          </a:solidFill>
          <a:ln w="0">
            <a:noFill/>
            <a:prstDash val="solid"/>
          </a:ln>
        </p:spPr>
        <p:txBody>
          <a:bodyPr/>
          <a:lstStyle/>
          <a:p>
            <a:endParaRPr lang="da-DK"/>
          </a:p>
        </p:txBody>
      </p:sp>
      <p:sp>
        <p:nvSpPr>
          <p:cNvPr id="3" name="text-1">
            <a:extLst>
              <a:ext uri="{FF2B5EF4-FFF2-40B4-BE49-F238E27FC236}">
                <a16:creationId xmlns:a16="http://schemas.microsoft.com/office/drawing/2014/main" id="{31691C67-BF78-48FC-A773-607F06FFF34C}"/>
              </a:ext>
            </a:extLst>
          </p:cNvPr>
          <p:cNvSpPr>
            <a:spLocks noGrp="1"/>
          </p:cNvSpPr>
          <p:nvPr/>
        </p:nvSpPr>
        <p:spPr>
          <a:xfrm>
            <a:off x="666750" y="542925"/>
            <a:ext cx="10858500" cy="876300"/>
          </a:xfrm>
          <a:prstGeom prst="rect">
            <a:avLst/>
          </a:prstGeom>
          <a:noFill/>
          <a:ln w="0">
            <a:noFill/>
            <a:prstDash val="solid"/>
          </a:ln>
        </p:spPr>
        <p:txBody>
          <a:bodyPr lIns="0" tIns="0" rIns="0" bIns="0" anchor="t"/>
          <a:lstStyle>
            <a:defPPr>
              <a:defRPr sz="3300" b="1">
                <a:solidFill>
                  <a:srgbClr val="08205E"/>
                </a:solidFill>
                <a:latin typeface="Nimbus Sans"/>
                <a:ea typeface="Nimbus Sans"/>
                <a:cs typeface="Nimbus Sans"/>
              </a:defRPr>
            </a:defPPr>
            <a:lvl1pPr>
              <a:defRPr sz="3300" b="1">
                <a:solidFill>
                  <a:srgbClr val="08205E"/>
                </a:solidFill>
                <a:latin typeface="Nimbus Sans"/>
                <a:ea typeface="Nimbus Sans"/>
                <a:cs typeface="Nimbus Sans"/>
              </a:defRPr>
            </a:lvl1pPr>
            <a:lvl2pPr>
              <a:defRPr sz="3300" b="1">
                <a:solidFill>
                  <a:srgbClr val="08205E"/>
                </a:solidFill>
                <a:latin typeface="Nimbus Sans"/>
                <a:ea typeface="Nimbus Sans"/>
                <a:cs typeface="Nimbus Sans"/>
              </a:defRPr>
            </a:lvl2pPr>
            <a:lvl3pPr>
              <a:defRPr sz="3300" b="1">
                <a:solidFill>
                  <a:srgbClr val="08205E"/>
                </a:solidFill>
                <a:latin typeface="Nimbus Sans"/>
                <a:ea typeface="Nimbus Sans"/>
                <a:cs typeface="Nimbus Sans"/>
              </a:defRPr>
            </a:lvl3pPr>
            <a:lvl4pPr>
              <a:defRPr sz="3300" b="1">
                <a:solidFill>
                  <a:srgbClr val="08205E"/>
                </a:solidFill>
                <a:latin typeface="Nimbus Sans"/>
                <a:ea typeface="Nimbus Sans"/>
                <a:cs typeface="Nimbus Sans"/>
              </a:defRPr>
            </a:lvl4pPr>
            <a:lvl5pPr>
              <a:defRPr sz="3300" b="1">
                <a:solidFill>
                  <a:srgbClr val="08205E"/>
                </a:solidFill>
                <a:latin typeface="Nimbus Sans"/>
                <a:ea typeface="Nimbus Sans"/>
                <a:cs typeface="Nimbus Sans"/>
              </a:defRPr>
            </a:lvl5pPr>
            <a:lvl6pPr>
              <a:defRPr sz="3300" b="1">
                <a:solidFill>
                  <a:srgbClr val="08205E"/>
                </a:solidFill>
                <a:latin typeface="Nimbus Sans"/>
                <a:ea typeface="Nimbus Sans"/>
                <a:cs typeface="Nimbus Sans"/>
              </a:defRPr>
            </a:lvl6pPr>
            <a:lvl7pPr>
              <a:defRPr sz="3300" b="1">
                <a:solidFill>
                  <a:srgbClr val="08205E"/>
                </a:solidFill>
                <a:latin typeface="Nimbus Sans"/>
                <a:ea typeface="Nimbus Sans"/>
                <a:cs typeface="Nimbus Sans"/>
              </a:defRPr>
            </a:lvl7pPr>
            <a:lvl8pPr>
              <a:defRPr sz="3300" b="1">
                <a:solidFill>
                  <a:srgbClr val="08205E"/>
                </a:solidFill>
                <a:latin typeface="Nimbus Sans"/>
                <a:ea typeface="Nimbus Sans"/>
                <a:cs typeface="Nimbus Sans"/>
              </a:defRPr>
            </a:lvl8pPr>
            <a:lvl9pPr>
              <a:defRPr sz="3300" b="1">
                <a:solidFill>
                  <a:srgbClr val="08205E"/>
                </a:solidFill>
                <a:latin typeface="Nimbus Sans"/>
                <a:ea typeface="Nimbus Sans"/>
                <a:cs typeface="Nimbus Sans"/>
              </a:defRPr>
            </a:lvl9pPr>
          </a:lstStyle>
          <a:p>
            <a:pPr>
              <a:defRPr sz="3300" b="1">
                <a:solidFill>
                  <a:srgbClr val="08205E"/>
                </a:solidFill>
                <a:latin typeface="Nimbus Sans"/>
                <a:ea typeface="Nimbus Sans"/>
                <a:cs typeface="Nimbus Sans"/>
              </a:defRPr>
            </a:pPr>
            <a:r>
              <a:rPr sz="3300" b="1">
                <a:solidFill>
                  <a:srgbClr val="08205E"/>
                </a:solidFill>
                <a:latin typeface="Nimbus Sans"/>
                <a:ea typeface="Nimbus Sans"/>
                <a:cs typeface="Nimbus Sans"/>
              </a:rPr>
              <a:t>Q&amp;A: questions a patient may ask</a:t>
            </a:r>
          </a:p>
        </p:txBody>
      </p:sp>
      <p:sp>
        <p:nvSpPr>
          <p:cNvPr id="4" name="text-2">
            <a:extLst>
              <a:ext uri="{FF2B5EF4-FFF2-40B4-BE49-F238E27FC236}">
                <a16:creationId xmlns:a16="http://schemas.microsoft.com/office/drawing/2014/main" id="{6918FD35-2B81-4533-A5C1-DBE892C2BC84}"/>
              </a:ext>
            </a:extLst>
          </p:cNvPr>
          <p:cNvSpPr>
            <a:spLocks noGrp="1"/>
          </p:cNvSpPr>
          <p:nvPr/>
        </p:nvSpPr>
        <p:spPr>
          <a:xfrm>
            <a:off x="666750" y="6343650"/>
            <a:ext cx="8096250" cy="190500"/>
          </a:xfrm>
          <a:prstGeom prst="rect">
            <a:avLst/>
          </a:prstGeom>
          <a:noFill/>
          <a:ln w="0">
            <a:noFill/>
            <a:prstDash val="solid"/>
          </a:ln>
        </p:spPr>
        <p:txBody>
          <a:bodyPr lIns="0" tIns="0" rIns="0" bIns="0" anchor="t"/>
          <a:lstStyle>
            <a:defPPr>
              <a:defRPr sz="1125" b="0">
                <a:solidFill>
                  <a:srgbClr val="46536A"/>
                </a:solidFill>
                <a:latin typeface="Nimbus Sans"/>
                <a:ea typeface="Nimbus Sans"/>
                <a:cs typeface="Nimbus Sans"/>
              </a:defRPr>
            </a:defPPr>
            <a:lvl1pPr>
              <a:defRPr sz="1125" b="0">
                <a:solidFill>
                  <a:srgbClr val="46536A"/>
                </a:solidFill>
                <a:latin typeface="Nimbus Sans"/>
                <a:ea typeface="Nimbus Sans"/>
                <a:cs typeface="Nimbus Sans"/>
              </a:defRPr>
            </a:lvl1pPr>
            <a:lvl2pPr>
              <a:defRPr sz="1125" b="0">
                <a:solidFill>
                  <a:srgbClr val="46536A"/>
                </a:solidFill>
                <a:latin typeface="Nimbus Sans"/>
                <a:ea typeface="Nimbus Sans"/>
                <a:cs typeface="Nimbus Sans"/>
              </a:defRPr>
            </a:lvl2pPr>
            <a:lvl3pPr>
              <a:defRPr sz="1125" b="0">
                <a:solidFill>
                  <a:srgbClr val="46536A"/>
                </a:solidFill>
                <a:latin typeface="Nimbus Sans"/>
                <a:ea typeface="Nimbus Sans"/>
                <a:cs typeface="Nimbus Sans"/>
              </a:defRPr>
            </a:lvl3pPr>
            <a:lvl4pPr>
              <a:defRPr sz="1125" b="0">
                <a:solidFill>
                  <a:srgbClr val="46536A"/>
                </a:solidFill>
                <a:latin typeface="Nimbus Sans"/>
                <a:ea typeface="Nimbus Sans"/>
                <a:cs typeface="Nimbus Sans"/>
              </a:defRPr>
            </a:lvl4pPr>
            <a:lvl5pPr>
              <a:defRPr sz="1125" b="0">
                <a:solidFill>
                  <a:srgbClr val="46536A"/>
                </a:solidFill>
                <a:latin typeface="Nimbus Sans"/>
                <a:ea typeface="Nimbus Sans"/>
                <a:cs typeface="Nimbus Sans"/>
              </a:defRPr>
            </a:lvl5pPr>
            <a:lvl6pPr>
              <a:defRPr sz="1125" b="0">
                <a:solidFill>
                  <a:srgbClr val="46536A"/>
                </a:solidFill>
                <a:latin typeface="Nimbus Sans"/>
                <a:ea typeface="Nimbus Sans"/>
                <a:cs typeface="Nimbus Sans"/>
              </a:defRPr>
            </a:lvl6pPr>
            <a:lvl7pPr>
              <a:defRPr sz="1125" b="0">
                <a:solidFill>
                  <a:srgbClr val="46536A"/>
                </a:solidFill>
                <a:latin typeface="Nimbus Sans"/>
                <a:ea typeface="Nimbus Sans"/>
                <a:cs typeface="Nimbus Sans"/>
              </a:defRPr>
            </a:lvl7pPr>
            <a:lvl8pPr>
              <a:defRPr sz="1125" b="0">
                <a:solidFill>
                  <a:srgbClr val="46536A"/>
                </a:solidFill>
                <a:latin typeface="Nimbus Sans"/>
                <a:ea typeface="Nimbus Sans"/>
                <a:cs typeface="Nimbus Sans"/>
              </a:defRPr>
            </a:lvl8pPr>
            <a:lvl9pPr>
              <a:defRPr sz="1125" b="0">
                <a:solidFill>
                  <a:srgbClr val="46536A"/>
                </a:solidFill>
                <a:latin typeface="Nimbus Sans"/>
                <a:ea typeface="Nimbus Sans"/>
                <a:cs typeface="Nimbus Sans"/>
              </a:defRPr>
            </a:lvl9pPr>
          </a:lstStyle>
          <a:p>
            <a:pPr>
              <a:defRPr sz="1125" b="0">
                <a:solidFill>
                  <a:srgbClr val="46536A"/>
                </a:solidFill>
                <a:latin typeface="Nimbus Sans"/>
                <a:ea typeface="Nimbus Sans"/>
                <a:cs typeface="Nimbus Sans"/>
              </a:defRPr>
            </a:pPr>
            <a:r>
              <a:rPr sz="1125" b="0">
                <a:solidFill>
                  <a:srgbClr val="46536A"/>
                </a:solidFill>
                <a:latin typeface="Nimbus Sans"/>
                <a:ea typeface="Nimbus Sans"/>
                <a:cs typeface="Nimbus Sans"/>
              </a:rPr>
              <a:t>Q&amp;A backup   /   9</a:t>
            </a:r>
          </a:p>
        </p:txBody>
      </p:sp>
      <p:graphicFrame>
        <p:nvGraphicFramePr>
          <p:cNvPr id="5" name="Tabel 4">
            <a:extLst>
              <a:ext uri="{FF2B5EF4-FFF2-40B4-BE49-F238E27FC236}">
                <a16:creationId xmlns:a16="http://schemas.microsoft.com/office/drawing/2014/main" id="{DA56400F-38A6-463E-9940-B68360828DA8}"/>
              </a:ext>
            </a:extLst>
          </p:cNvPr>
          <p:cNvGraphicFramePr/>
          <p:nvPr>
            <p:extLst>
              <p:ext uri="{D42A27DB-BD31-4B8C-83A1-F6EECF244321}">
                <p14:modId xmlns:p14="http://schemas.microsoft.com/office/powerpoint/2010/main" val="1481883352"/>
              </p:ext>
            </p:extLst>
          </p:nvPr>
        </p:nvGraphicFramePr>
        <p:xfrm>
          <a:off x="666750" y="1666875"/>
          <a:ext cx="10858500" cy="4000500"/>
        </p:xfrm>
        <a:graphic>
          <a:graphicData uri="http://schemas.openxmlformats.org/drawingml/2006/table">
            <a:tbl>
              <a:tblPr/>
              <a:tblGrid>
                <a:gridCol w="3810000">
                  <a:extLst>
                    <a:ext uri="{9D8B030D-6E8A-4147-A177-3AD203B41FA5}">
                      <a16:colId xmlns:a16="http://schemas.microsoft.com/office/drawing/2014/main" val="20000"/>
                    </a:ext>
                  </a:extLst>
                </a:gridCol>
                <a:gridCol w="7048500">
                  <a:extLst>
                    <a:ext uri="{9D8B030D-6E8A-4147-A177-3AD203B41FA5}">
                      <a16:colId xmlns:a16="http://schemas.microsoft.com/office/drawing/2014/main" val="20001"/>
                    </a:ext>
                  </a:extLst>
                </a:gridCol>
              </a:tblGrid>
              <a:tr h="1000125">
                <a:tc>
                  <a:txBody>
                    <a:bodyPr/>
                    <a:lstStyle/>
                    <a:p>
                      <a:r>
                        <a:rPr sz="1800" b="1">
                          <a:solidFill>
                            <a:srgbClr val="FFFFFF"/>
                          </a:solidFill>
                          <a:latin typeface="Nimbus Sans"/>
                          <a:ea typeface="Nimbus Sans"/>
                          <a:cs typeface="Nimbus Sans"/>
                        </a:rPr>
                        <a:t>Question</a:t>
                      </a:r>
                    </a:p>
                  </a:txBody>
                  <a:tcPr>
                    <a:lnL w="9525">
                      <a:solidFill>
                        <a:srgbClr val="D5DEEF"/>
                      </a:solidFill>
                      <a:prstDash val="solid"/>
                    </a:lnL>
                    <a:lnR w="9525">
                      <a:solidFill>
                        <a:srgbClr val="D5DEEF"/>
                      </a:solidFill>
                      <a:prstDash val="solid"/>
                    </a:lnR>
                    <a:lnT w="9525">
                      <a:solidFill>
                        <a:srgbClr val="D5DEEF"/>
                      </a:solidFill>
                      <a:prstDash val="solid"/>
                    </a:lnT>
                    <a:lnB w="9525">
                      <a:solidFill>
                        <a:srgbClr val="D5DEEF"/>
                      </a:solidFill>
                      <a:prstDash val="solid"/>
                    </a:lnB>
                    <a:solidFill>
                      <a:srgbClr val="3B5DAE"/>
                    </a:solidFill>
                  </a:tcPr>
                </a:tc>
                <a:tc>
                  <a:txBody>
                    <a:bodyPr/>
                    <a:lstStyle/>
                    <a:p>
                      <a:r>
                        <a:rPr sz="1800" b="1">
                          <a:solidFill>
                            <a:srgbClr val="FFFFFF"/>
                          </a:solidFill>
                          <a:latin typeface="Nimbus Sans"/>
                          <a:ea typeface="Nimbus Sans"/>
                          <a:cs typeface="Nimbus Sans"/>
                        </a:rPr>
                        <a:t>Evidence-based answer</a:t>
                      </a:r>
                    </a:p>
                  </a:txBody>
                  <a:tcPr>
                    <a:lnL w="9525" cap="flat" cmpd="sng" algn="ctr">
                      <a:solidFill>
                        <a:srgbClr val="D5DEEF"/>
                      </a:solidFill>
                      <a:prstDash val="solid"/>
                      <a:round/>
                      <a:headEnd type="none" w="med" len="med"/>
                      <a:tailEnd type="none" w="med" len="med"/>
                    </a:lnL>
                    <a:lnR w="9525">
                      <a:solidFill>
                        <a:srgbClr val="D5DEEF"/>
                      </a:solidFill>
                      <a:prstDash val="solid"/>
                    </a:lnR>
                    <a:lnT w="9525">
                      <a:solidFill>
                        <a:srgbClr val="D5DEEF"/>
                      </a:solidFill>
                      <a:prstDash val="solid"/>
                    </a:lnT>
                    <a:lnB w="9525">
                      <a:solidFill>
                        <a:srgbClr val="D5DEEF"/>
                      </a:solidFill>
                      <a:prstDash val="solid"/>
                    </a:lnB>
                    <a:solidFill>
                      <a:srgbClr val="3B5DAE"/>
                    </a:solidFill>
                  </a:tcPr>
                </a:tc>
                <a:extLst>
                  <a:ext uri="{0D108BD9-81ED-4DB2-BD59-A6C34878D82A}">
                    <a16:rowId xmlns:a16="http://schemas.microsoft.com/office/drawing/2014/main" val="10000"/>
                  </a:ext>
                </a:extLst>
              </a:tr>
              <a:tr h="1000125">
                <a:tc>
                  <a:txBody>
                    <a:bodyPr/>
                    <a:lstStyle/>
                    <a:p>
                      <a:r>
                        <a:rPr sz="1800" b="0">
                          <a:solidFill>
                            <a:srgbClr val="08205E"/>
                          </a:solidFill>
                          <a:latin typeface="Nimbus Sans"/>
                          <a:ea typeface="Nimbus Sans"/>
                          <a:cs typeface="Nimbus Sans"/>
                        </a:rPr>
                        <a:t>Does 0.885 mean I will get diabetes?</a:t>
                      </a:r>
                    </a:p>
                  </a:txBody>
                  <a:tcPr>
                    <a:lnL w="9525">
                      <a:solidFill>
                        <a:srgbClr val="D5DEEF"/>
                      </a:solidFill>
                      <a:prstDash val="solid"/>
                    </a:lnL>
                    <a:lnR w="9525">
                      <a:solidFill>
                        <a:srgbClr val="D5DEEF"/>
                      </a:solidFill>
                      <a:prstDash val="solid"/>
                    </a:lnR>
                    <a:lnT w="9525" cap="flat" cmpd="sng" algn="ctr">
                      <a:solidFill>
                        <a:srgbClr val="D5DEEF"/>
                      </a:solidFill>
                      <a:prstDash val="solid"/>
                      <a:round/>
                      <a:headEnd type="none" w="med" len="med"/>
                      <a:tailEnd type="none" w="med" len="med"/>
                    </a:lnT>
                    <a:lnB w="9525">
                      <a:solidFill>
                        <a:srgbClr val="D5DEEF"/>
                      </a:solidFill>
                      <a:prstDash val="solid"/>
                    </a:lnB>
                    <a:solidFill>
                      <a:srgbClr val="F2F6FC"/>
                    </a:solidFill>
                  </a:tcPr>
                </a:tc>
                <a:tc>
                  <a:txBody>
                    <a:bodyPr/>
                    <a:lstStyle/>
                    <a:p>
                      <a:r>
                        <a:rPr sz="1800" b="0">
                          <a:solidFill>
                            <a:srgbClr val="08205E"/>
                          </a:solidFill>
                          <a:latin typeface="Nimbus Sans"/>
                          <a:ea typeface="Nimbus Sans"/>
                          <a:cs typeface="Nimbus Sans"/>
                        </a:rPr>
                        <a:t>No. It is a model score from a balanced survey dataset.</a:t>
                      </a:r>
                      <a:r>
                        <a:rPr lang="da-DK" sz="1800" b="0">
                          <a:solidFill>
                            <a:srgbClr val="08205E"/>
                          </a:solidFill>
                          <a:latin typeface="Nimbus Sans"/>
                          <a:ea typeface="Nimbus Sans"/>
                          <a:cs typeface="Nimbus Sans"/>
                        </a:rPr>
                        <a:t> </a:t>
                      </a:r>
                      <a:endParaRPr sz="1800" b="0">
                        <a:solidFill>
                          <a:srgbClr val="08205E"/>
                        </a:solidFill>
                        <a:latin typeface="Nimbus Sans"/>
                        <a:ea typeface="Nimbus Sans"/>
                        <a:cs typeface="Nimbus Sans"/>
                      </a:endParaRPr>
                    </a:p>
                  </a:txBody>
                  <a:tcPr>
                    <a:lnL w="9525" cap="flat" cmpd="sng" algn="ctr">
                      <a:solidFill>
                        <a:srgbClr val="D5DEEF"/>
                      </a:solidFill>
                      <a:prstDash val="solid"/>
                      <a:round/>
                      <a:headEnd type="none" w="med" len="med"/>
                      <a:tailEnd type="none" w="med" len="med"/>
                    </a:lnL>
                    <a:lnR w="9525">
                      <a:solidFill>
                        <a:srgbClr val="D5DEEF"/>
                      </a:solidFill>
                      <a:prstDash val="solid"/>
                    </a:lnR>
                    <a:lnT w="9525" cap="flat" cmpd="sng" algn="ctr">
                      <a:solidFill>
                        <a:srgbClr val="D5DEEF"/>
                      </a:solidFill>
                      <a:prstDash val="solid"/>
                      <a:round/>
                      <a:headEnd type="none" w="med" len="med"/>
                      <a:tailEnd type="none" w="med" len="med"/>
                    </a:lnT>
                    <a:lnB w="9525">
                      <a:solidFill>
                        <a:srgbClr val="D5DEEF"/>
                      </a:solidFill>
                      <a:prstDash val="solid"/>
                    </a:lnB>
                    <a:solidFill>
                      <a:srgbClr val="F2F6FC"/>
                    </a:solidFill>
                  </a:tcPr>
                </a:tc>
                <a:extLst>
                  <a:ext uri="{0D108BD9-81ED-4DB2-BD59-A6C34878D82A}">
                    <a16:rowId xmlns:a16="http://schemas.microsoft.com/office/drawing/2014/main" val="10001"/>
                  </a:ext>
                </a:extLst>
              </a:tr>
              <a:tr h="1000125">
                <a:tc>
                  <a:txBody>
                    <a:bodyPr/>
                    <a:lstStyle/>
                    <a:p>
                      <a:r>
                        <a:rPr sz="1800" b="0">
                          <a:solidFill>
                            <a:srgbClr val="08205E"/>
                          </a:solidFill>
                          <a:latin typeface="Nimbus Sans"/>
                          <a:ea typeface="Nimbus Sans"/>
                          <a:cs typeface="Nimbus Sans"/>
                        </a:rPr>
                        <a:t>What change would lower my risk most?</a:t>
                      </a:r>
                    </a:p>
                  </a:txBody>
                  <a:tcPr>
                    <a:lnL w="9525">
                      <a:solidFill>
                        <a:srgbClr val="D5DEEF"/>
                      </a:solidFill>
                      <a:prstDash val="solid"/>
                    </a:lnL>
                    <a:lnR w="9525">
                      <a:solidFill>
                        <a:srgbClr val="D5DEEF"/>
                      </a:solidFill>
                      <a:prstDash val="solid"/>
                    </a:lnR>
                    <a:lnT w="9525" cap="flat" cmpd="sng" algn="ctr">
                      <a:solidFill>
                        <a:srgbClr val="D5DEEF"/>
                      </a:solidFill>
                      <a:prstDash val="solid"/>
                      <a:round/>
                      <a:headEnd type="none" w="med" len="med"/>
                      <a:tailEnd type="none" w="med" len="med"/>
                    </a:lnT>
                    <a:lnB w="9525">
                      <a:solidFill>
                        <a:srgbClr val="D5DEEF"/>
                      </a:solidFill>
                      <a:prstDash val="solid"/>
                    </a:lnB>
                    <a:solidFill>
                      <a:srgbClr val="FFFFFF"/>
                    </a:solidFill>
                  </a:tcPr>
                </a:tc>
                <a:tc>
                  <a:txBody>
                    <a:bodyPr/>
                    <a:lstStyle/>
                    <a:p>
                      <a:r>
                        <a:rPr sz="1800" b="0">
                          <a:solidFill>
                            <a:srgbClr val="08205E"/>
                          </a:solidFill>
                          <a:latin typeface="Nimbus Sans"/>
                          <a:ea typeface="Nimbus Sans"/>
                          <a:cs typeface="Nimbus Sans"/>
                        </a:rPr>
                        <a:t>This model cannot estimate treatment benefits. Plan changes with your healthcare team.</a:t>
                      </a:r>
                      <a:r>
                        <a:rPr lang="da-DK" sz="1800" b="0">
                          <a:solidFill>
                            <a:srgbClr val="08205E"/>
                          </a:solidFill>
                          <a:latin typeface="Nimbus Sans"/>
                          <a:ea typeface="Nimbus Sans"/>
                          <a:cs typeface="Nimbus Sans"/>
                        </a:rPr>
                        <a:t> </a:t>
                      </a:r>
                      <a:endParaRPr sz="1800" b="0">
                        <a:solidFill>
                          <a:srgbClr val="08205E"/>
                        </a:solidFill>
                        <a:latin typeface="Nimbus Sans"/>
                        <a:ea typeface="Nimbus Sans"/>
                        <a:cs typeface="Nimbus Sans"/>
                      </a:endParaRPr>
                    </a:p>
                  </a:txBody>
                  <a:tcPr>
                    <a:lnL w="9525" cap="flat" cmpd="sng" algn="ctr">
                      <a:solidFill>
                        <a:srgbClr val="D5DEEF"/>
                      </a:solidFill>
                      <a:prstDash val="solid"/>
                      <a:round/>
                      <a:headEnd type="none" w="med" len="med"/>
                      <a:tailEnd type="none" w="med" len="med"/>
                    </a:lnL>
                    <a:lnR w="9525">
                      <a:solidFill>
                        <a:srgbClr val="D5DEEF"/>
                      </a:solidFill>
                      <a:prstDash val="solid"/>
                    </a:lnR>
                    <a:lnT w="9525" cap="flat" cmpd="sng" algn="ctr">
                      <a:solidFill>
                        <a:srgbClr val="D5DEEF"/>
                      </a:solidFill>
                      <a:prstDash val="solid"/>
                      <a:round/>
                      <a:headEnd type="none" w="med" len="med"/>
                      <a:tailEnd type="none" w="med" len="med"/>
                    </a:lnT>
                    <a:lnB w="9525">
                      <a:solidFill>
                        <a:srgbClr val="D5DEEF"/>
                      </a:solidFill>
                      <a:prstDash val="solid"/>
                    </a:lnB>
                    <a:solidFill>
                      <a:srgbClr val="FFFFFF"/>
                    </a:solidFill>
                  </a:tcPr>
                </a:tc>
                <a:extLst>
                  <a:ext uri="{0D108BD9-81ED-4DB2-BD59-A6C34878D82A}">
                    <a16:rowId xmlns:a16="http://schemas.microsoft.com/office/drawing/2014/main" val="10002"/>
                  </a:ext>
                </a:extLst>
              </a:tr>
              <a:tr h="1000125">
                <a:tc>
                  <a:txBody>
                    <a:bodyPr/>
                    <a:lstStyle/>
                    <a:p>
                      <a:r>
                        <a:rPr sz="1800" b="0">
                          <a:solidFill>
                            <a:srgbClr val="08205E"/>
                          </a:solidFill>
                          <a:latin typeface="Nimbus Sans"/>
                          <a:ea typeface="Nimbus Sans"/>
                          <a:cs typeface="Nimbus Sans"/>
                        </a:rPr>
                        <a:t>Can I ignore the result if I feel well?</a:t>
                      </a:r>
                    </a:p>
                  </a:txBody>
                  <a:tcPr>
                    <a:lnL w="9525">
                      <a:solidFill>
                        <a:srgbClr val="D5DEEF"/>
                      </a:solidFill>
                      <a:prstDash val="solid"/>
                    </a:lnL>
                    <a:lnR w="9525">
                      <a:solidFill>
                        <a:srgbClr val="D5DEEF"/>
                      </a:solidFill>
                      <a:prstDash val="solid"/>
                    </a:lnR>
                    <a:lnT w="9525" cap="flat" cmpd="sng" algn="ctr">
                      <a:solidFill>
                        <a:srgbClr val="D5DEEF"/>
                      </a:solidFill>
                      <a:prstDash val="solid"/>
                      <a:round/>
                      <a:headEnd type="none" w="med" len="med"/>
                      <a:tailEnd type="none" w="med" len="med"/>
                    </a:lnT>
                    <a:lnB w="9525">
                      <a:solidFill>
                        <a:srgbClr val="D5DEEF"/>
                      </a:solidFill>
                      <a:prstDash val="solid"/>
                    </a:lnB>
                    <a:solidFill>
                      <a:srgbClr val="F2F6FC"/>
                    </a:solidFill>
                  </a:tcPr>
                </a:tc>
                <a:tc>
                  <a:txBody>
                    <a:bodyPr/>
                    <a:lstStyle/>
                    <a:p>
                      <a:r>
                        <a:rPr sz="1800" b="0">
                          <a:solidFill>
                            <a:srgbClr val="08205E"/>
                          </a:solidFill>
                          <a:latin typeface="Nimbus Sans"/>
                          <a:ea typeface="Nimbus Sans"/>
                          <a:cs typeface="Nimbus Sans"/>
                        </a:rPr>
                        <a:t>The score cannot settle your health status. Discuss testing and follow-up with a clinician.</a:t>
                      </a:r>
                    </a:p>
                  </a:txBody>
                  <a:tcPr>
                    <a:lnL w="9525" cap="flat" cmpd="sng" algn="ctr">
                      <a:solidFill>
                        <a:srgbClr val="D5DEEF"/>
                      </a:solidFill>
                      <a:prstDash val="solid"/>
                      <a:round/>
                      <a:headEnd type="none" w="med" len="med"/>
                      <a:tailEnd type="none" w="med" len="med"/>
                    </a:lnL>
                    <a:lnR w="9525">
                      <a:solidFill>
                        <a:srgbClr val="D5DEEF"/>
                      </a:solidFill>
                      <a:prstDash val="solid"/>
                    </a:lnR>
                    <a:lnT w="9525" cap="flat" cmpd="sng" algn="ctr">
                      <a:solidFill>
                        <a:srgbClr val="D5DEEF"/>
                      </a:solidFill>
                      <a:prstDash val="solid"/>
                      <a:round/>
                      <a:headEnd type="none" w="med" len="med"/>
                      <a:tailEnd type="none" w="med" len="med"/>
                    </a:lnT>
                    <a:lnB w="9525">
                      <a:solidFill>
                        <a:srgbClr val="D5DEEF"/>
                      </a:solidFill>
                      <a:prstDash val="solid"/>
                    </a:lnB>
                    <a:solidFill>
                      <a:srgbClr val="F2F6FC"/>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2265292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Billede 7">
            <a:extLst>
              <a:ext uri="{FF2B5EF4-FFF2-40B4-BE49-F238E27FC236}">
                <a16:creationId xmlns:a16="http://schemas.microsoft.com/office/drawing/2014/main" id="{1C48D447-32B0-4428-89A8-09216EB3A796}"/>
              </a:ext>
            </a:extLst>
          </p:cNvPr>
          <p:cNvPicPr>
            <a:picLocks noChangeAspect="1"/>
          </p:cNvPicPr>
          <p:nvPr/>
        </p:nvPicPr>
        <p:blipFill>
          <a:blip r:embed="rId3"/>
          <a:stretch/>
        </p:blipFill>
        <p:spPr>
          <a:xfrm>
            <a:off x="2462" y="0"/>
            <a:ext cx="12187076" cy="6858000"/>
          </a:xfrm>
          <a:prstGeom prst="rect">
            <a:avLst/>
          </a:prstGeom>
        </p:spPr>
      </p:pic>
      <p:sp>
        <p:nvSpPr>
          <p:cNvPr id="2" name="content-background">
            <a:extLst>
              <a:ext uri="{FF2B5EF4-FFF2-40B4-BE49-F238E27FC236}">
                <a16:creationId xmlns:a16="http://schemas.microsoft.com/office/drawing/2014/main" id="{5BF678DE-0C68-4520-95DC-CA2F5C0ED599}"/>
              </a:ext>
            </a:extLst>
          </p:cNvPr>
          <p:cNvSpPr>
            <a:spLocks noGrp="1"/>
          </p:cNvSpPr>
          <p:nvPr/>
        </p:nvSpPr>
        <p:spPr>
          <a:xfrm>
            <a:off x="333375" y="266700"/>
            <a:ext cx="11525250" cy="6324600"/>
          </a:xfrm>
          <a:prstGeom prst="rect">
            <a:avLst/>
          </a:prstGeom>
          <a:solidFill>
            <a:srgbClr val="FFFFFF"/>
          </a:solidFill>
          <a:ln w="0">
            <a:noFill/>
            <a:prstDash val="solid"/>
          </a:ln>
        </p:spPr>
        <p:txBody>
          <a:bodyPr/>
          <a:lstStyle/>
          <a:p>
            <a:endParaRPr lang="da-DK"/>
          </a:p>
        </p:txBody>
      </p:sp>
      <p:sp>
        <p:nvSpPr>
          <p:cNvPr id="3" name="text-1">
            <a:extLst>
              <a:ext uri="{FF2B5EF4-FFF2-40B4-BE49-F238E27FC236}">
                <a16:creationId xmlns:a16="http://schemas.microsoft.com/office/drawing/2014/main" id="{F698F145-8502-482D-A0E0-1EFBD5F2ACA7}"/>
              </a:ext>
            </a:extLst>
          </p:cNvPr>
          <p:cNvSpPr>
            <a:spLocks noGrp="1"/>
          </p:cNvSpPr>
          <p:nvPr/>
        </p:nvSpPr>
        <p:spPr>
          <a:xfrm>
            <a:off x="666750" y="542925"/>
            <a:ext cx="10858500" cy="876300"/>
          </a:xfrm>
          <a:prstGeom prst="rect">
            <a:avLst/>
          </a:prstGeom>
          <a:noFill/>
          <a:ln w="0">
            <a:noFill/>
            <a:prstDash val="solid"/>
          </a:ln>
        </p:spPr>
        <p:txBody>
          <a:bodyPr lIns="0" tIns="0" rIns="0" bIns="0" anchor="t"/>
          <a:lstStyle>
            <a:defPPr>
              <a:defRPr sz="3300" b="1">
                <a:solidFill>
                  <a:srgbClr val="08205E"/>
                </a:solidFill>
                <a:latin typeface="Nimbus Sans"/>
                <a:ea typeface="Nimbus Sans"/>
                <a:cs typeface="Nimbus Sans"/>
              </a:defRPr>
            </a:defPPr>
            <a:lvl1pPr>
              <a:defRPr sz="3300" b="1">
                <a:solidFill>
                  <a:srgbClr val="08205E"/>
                </a:solidFill>
                <a:latin typeface="Nimbus Sans"/>
                <a:ea typeface="Nimbus Sans"/>
                <a:cs typeface="Nimbus Sans"/>
              </a:defRPr>
            </a:lvl1pPr>
            <a:lvl2pPr>
              <a:defRPr sz="3300" b="1">
                <a:solidFill>
                  <a:srgbClr val="08205E"/>
                </a:solidFill>
                <a:latin typeface="Nimbus Sans"/>
                <a:ea typeface="Nimbus Sans"/>
                <a:cs typeface="Nimbus Sans"/>
              </a:defRPr>
            </a:lvl2pPr>
            <a:lvl3pPr>
              <a:defRPr sz="3300" b="1">
                <a:solidFill>
                  <a:srgbClr val="08205E"/>
                </a:solidFill>
                <a:latin typeface="Nimbus Sans"/>
                <a:ea typeface="Nimbus Sans"/>
                <a:cs typeface="Nimbus Sans"/>
              </a:defRPr>
            </a:lvl3pPr>
            <a:lvl4pPr>
              <a:defRPr sz="3300" b="1">
                <a:solidFill>
                  <a:srgbClr val="08205E"/>
                </a:solidFill>
                <a:latin typeface="Nimbus Sans"/>
                <a:ea typeface="Nimbus Sans"/>
                <a:cs typeface="Nimbus Sans"/>
              </a:defRPr>
            </a:lvl4pPr>
            <a:lvl5pPr>
              <a:defRPr sz="3300" b="1">
                <a:solidFill>
                  <a:srgbClr val="08205E"/>
                </a:solidFill>
                <a:latin typeface="Nimbus Sans"/>
                <a:ea typeface="Nimbus Sans"/>
                <a:cs typeface="Nimbus Sans"/>
              </a:defRPr>
            </a:lvl5pPr>
            <a:lvl6pPr>
              <a:defRPr sz="3300" b="1">
                <a:solidFill>
                  <a:srgbClr val="08205E"/>
                </a:solidFill>
                <a:latin typeface="Nimbus Sans"/>
                <a:ea typeface="Nimbus Sans"/>
                <a:cs typeface="Nimbus Sans"/>
              </a:defRPr>
            </a:lvl6pPr>
            <a:lvl7pPr>
              <a:defRPr sz="3300" b="1">
                <a:solidFill>
                  <a:srgbClr val="08205E"/>
                </a:solidFill>
                <a:latin typeface="Nimbus Sans"/>
                <a:ea typeface="Nimbus Sans"/>
                <a:cs typeface="Nimbus Sans"/>
              </a:defRPr>
            </a:lvl7pPr>
            <a:lvl8pPr>
              <a:defRPr sz="3300" b="1">
                <a:solidFill>
                  <a:srgbClr val="08205E"/>
                </a:solidFill>
                <a:latin typeface="Nimbus Sans"/>
                <a:ea typeface="Nimbus Sans"/>
                <a:cs typeface="Nimbus Sans"/>
              </a:defRPr>
            </a:lvl8pPr>
            <a:lvl9pPr>
              <a:defRPr sz="3300" b="1">
                <a:solidFill>
                  <a:srgbClr val="08205E"/>
                </a:solidFill>
                <a:latin typeface="Nimbus Sans"/>
                <a:ea typeface="Nimbus Sans"/>
                <a:cs typeface="Nimbus Sans"/>
              </a:defRPr>
            </a:lvl9pPr>
          </a:lstStyle>
          <a:p>
            <a:pPr>
              <a:defRPr sz="3300" b="1">
                <a:solidFill>
                  <a:srgbClr val="08205E"/>
                </a:solidFill>
                <a:latin typeface="Nimbus Sans"/>
                <a:ea typeface="Nimbus Sans"/>
                <a:cs typeface="Nimbus Sans"/>
              </a:defRPr>
            </a:pPr>
            <a:r>
              <a:rPr sz="3300" b="1">
                <a:solidFill>
                  <a:srgbClr val="08205E"/>
                </a:solidFill>
                <a:latin typeface="Nimbus Sans"/>
                <a:ea typeface="Nimbus Sans"/>
                <a:cs typeface="Nimbus Sans"/>
              </a:rPr>
              <a:t>Backup: where the simple chart came from</a:t>
            </a:r>
          </a:p>
        </p:txBody>
      </p:sp>
      <p:sp>
        <p:nvSpPr>
          <p:cNvPr id="4" name="text-2">
            <a:extLst>
              <a:ext uri="{FF2B5EF4-FFF2-40B4-BE49-F238E27FC236}">
                <a16:creationId xmlns:a16="http://schemas.microsoft.com/office/drawing/2014/main" id="{726C8C91-6986-4B63-B1E8-957BF4560A51}"/>
              </a:ext>
            </a:extLst>
          </p:cNvPr>
          <p:cNvSpPr>
            <a:spLocks noGrp="1"/>
          </p:cNvSpPr>
          <p:nvPr/>
        </p:nvSpPr>
        <p:spPr>
          <a:xfrm>
            <a:off x="666750" y="6343650"/>
            <a:ext cx="8096250" cy="190500"/>
          </a:xfrm>
          <a:prstGeom prst="rect">
            <a:avLst/>
          </a:prstGeom>
          <a:noFill/>
          <a:ln w="0">
            <a:noFill/>
            <a:prstDash val="solid"/>
          </a:ln>
        </p:spPr>
        <p:txBody>
          <a:bodyPr lIns="0" tIns="0" rIns="0" bIns="0" anchor="t"/>
          <a:lstStyle>
            <a:defPPr>
              <a:defRPr sz="1125" b="0">
                <a:solidFill>
                  <a:srgbClr val="46536A"/>
                </a:solidFill>
                <a:latin typeface="Nimbus Sans"/>
                <a:ea typeface="Nimbus Sans"/>
                <a:cs typeface="Nimbus Sans"/>
              </a:defRPr>
            </a:defPPr>
            <a:lvl1pPr>
              <a:defRPr sz="1125" b="0">
                <a:solidFill>
                  <a:srgbClr val="46536A"/>
                </a:solidFill>
                <a:latin typeface="Nimbus Sans"/>
                <a:ea typeface="Nimbus Sans"/>
                <a:cs typeface="Nimbus Sans"/>
              </a:defRPr>
            </a:lvl1pPr>
            <a:lvl2pPr>
              <a:defRPr sz="1125" b="0">
                <a:solidFill>
                  <a:srgbClr val="46536A"/>
                </a:solidFill>
                <a:latin typeface="Nimbus Sans"/>
                <a:ea typeface="Nimbus Sans"/>
                <a:cs typeface="Nimbus Sans"/>
              </a:defRPr>
            </a:lvl2pPr>
            <a:lvl3pPr>
              <a:defRPr sz="1125" b="0">
                <a:solidFill>
                  <a:srgbClr val="46536A"/>
                </a:solidFill>
                <a:latin typeface="Nimbus Sans"/>
                <a:ea typeface="Nimbus Sans"/>
                <a:cs typeface="Nimbus Sans"/>
              </a:defRPr>
            </a:lvl3pPr>
            <a:lvl4pPr>
              <a:defRPr sz="1125" b="0">
                <a:solidFill>
                  <a:srgbClr val="46536A"/>
                </a:solidFill>
                <a:latin typeface="Nimbus Sans"/>
                <a:ea typeface="Nimbus Sans"/>
                <a:cs typeface="Nimbus Sans"/>
              </a:defRPr>
            </a:lvl4pPr>
            <a:lvl5pPr>
              <a:defRPr sz="1125" b="0">
                <a:solidFill>
                  <a:srgbClr val="46536A"/>
                </a:solidFill>
                <a:latin typeface="Nimbus Sans"/>
                <a:ea typeface="Nimbus Sans"/>
                <a:cs typeface="Nimbus Sans"/>
              </a:defRPr>
            </a:lvl5pPr>
            <a:lvl6pPr>
              <a:defRPr sz="1125" b="0">
                <a:solidFill>
                  <a:srgbClr val="46536A"/>
                </a:solidFill>
                <a:latin typeface="Nimbus Sans"/>
                <a:ea typeface="Nimbus Sans"/>
                <a:cs typeface="Nimbus Sans"/>
              </a:defRPr>
            </a:lvl6pPr>
            <a:lvl7pPr>
              <a:defRPr sz="1125" b="0">
                <a:solidFill>
                  <a:srgbClr val="46536A"/>
                </a:solidFill>
                <a:latin typeface="Nimbus Sans"/>
                <a:ea typeface="Nimbus Sans"/>
                <a:cs typeface="Nimbus Sans"/>
              </a:defRPr>
            </a:lvl7pPr>
            <a:lvl8pPr>
              <a:defRPr sz="1125" b="0">
                <a:solidFill>
                  <a:srgbClr val="46536A"/>
                </a:solidFill>
                <a:latin typeface="Nimbus Sans"/>
                <a:ea typeface="Nimbus Sans"/>
                <a:cs typeface="Nimbus Sans"/>
              </a:defRPr>
            </a:lvl8pPr>
            <a:lvl9pPr>
              <a:defRPr sz="1125" b="0">
                <a:solidFill>
                  <a:srgbClr val="46536A"/>
                </a:solidFill>
                <a:latin typeface="Nimbus Sans"/>
                <a:ea typeface="Nimbus Sans"/>
                <a:cs typeface="Nimbus Sans"/>
              </a:defRPr>
            </a:lvl9pPr>
          </a:lstStyle>
          <a:p>
            <a:pPr>
              <a:defRPr sz="1125" b="0">
                <a:solidFill>
                  <a:srgbClr val="46536A"/>
                </a:solidFill>
                <a:latin typeface="Nimbus Sans"/>
                <a:ea typeface="Nimbus Sans"/>
                <a:cs typeface="Nimbus Sans"/>
              </a:defRPr>
            </a:pPr>
            <a:r>
              <a:rPr sz="1125" b="0">
                <a:solidFill>
                  <a:srgbClr val="46536A"/>
                </a:solidFill>
                <a:latin typeface="Nimbus Sans"/>
                <a:ea typeface="Nimbus Sans"/>
                <a:cs typeface="Nimbus Sans"/>
              </a:rPr>
              <a:t>Q&amp;A backup   /   10</a:t>
            </a:r>
          </a:p>
        </p:txBody>
      </p:sp>
      <p:pic>
        <p:nvPicPr>
          <p:cNvPr id="5" name="Billede 4">
            <a:extLst>
              <a:ext uri="{FF2B5EF4-FFF2-40B4-BE49-F238E27FC236}">
                <a16:creationId xmlns:a16="http://schemas.microsoft.com/office/drawing/2014/main" id="{552E30D8-FC5A-4BAE-B4CF-0C1DE90616D0}"/>
              </a:ext>
            </a:extLst>
          </p:cNvPr>
          <p:cNvPicPr>
            <a:picLocks noChangeAspect="1"/>
          </p:cNvPicPr>
          <p:nvPr/>
        </p:nvPicPr>
        <p:blipFill>
          <a:blip r:embed="rId4"/>
          <a:stretch/>
        </p:blipFill>
        <p:spPr>
          <a:xfrm>
            <a:off x="1550458" y="1524000"/>
            <a:ext cx="5471583" cy="4476750"/>
          </a:xfrm>
          <a:prstGeom prst="rect">
            <a:avLst/>
          </a:prstGeom>
        </p:spPr>
      </p:pic>
      <p:sp>
        <p:nvSpPr>
          <p:cNvPr id="6" name="text-3">
            <a:extLst>
              <a:ext uri="{FF2B5EF4-FFF2-40B4-BE49-F238E27FC236}">
                <a16:creationId xmlns:a16="http://schemas.microsoft.com/office/drawing/2014/main" id="{19A37A49-7E79-42A5-92E0-BCD4E7F0B239}"/>
              </a:ext>
            </a:extLst>
          </p:cNvPr>
          <p:cNvSpPr>
            <a:spLocks noGrp="1"/>
          </p:cNvSpPr>
          <p:nvPr/>
        </p:nvSpPr>
        <p:spPr>
          <a:xfrm>
            <a:off x="8382000" y="2000250"/>
            <a:ext cx="3143250" cy="1666875"/>
          </a:xfrm>
          <a:prstGeom prst="rect">
            <a:avLst/>
          </a:prstGeom>
          <a:noFill/>
          <a:ln w="0">
            <a:noFill/>
            <a:prstDash val="solid"/>
          </a:ln>
        </p:spPr>
        <p:txBody>
          <a:bodyPr lIns="0" tIns="0" rIns="0" bIns="0" anchor="t"/>
          <a:lstStyle>
            <a:defPPr>
              <a:defRPr sz="2100" b="0">
                <a:solidFill>
                  <a:srgbClr val="08205E"/>
                </a:solidFill>
                <a:latin typeface="Nimbus Sans"/>
                <a:ea typeface="Nimbus Sans"/>
                <a:cs typeface="Nimbus Sans"/>
              </a:defRPr>
            </a:defPPr>
            <a:lvl1pPr>
              <a:defRPr sz="2100" b="0">
                <a:solidFill>
                  <a:srgbClr val="08205E"/>
                </a:solidFill>
                <a:latin typeface="Nimbus Sans"/>
                <a:ea typeface="Nimbus Sans"/>
                <a:cs typeface="Nimbus Sans"/>
              </a:defRPr>
            </a:lvl1pPr>
            <a:lvl2pPr>
              <a:defRPr sz="2100" b="0">
                <a:solidFill>
                  <a:srgbClr val="08205E"/>
                </a:solidFill>
                <a:latin typeface="Nimbus Sans"/>
                <a:ea typeface="Nimbus Sans"/>
                <a:cs typeface="Nimbus Sans"/>
              </a:defRPr>
            </a:lvl2pPr>
            <a:lvl3pPr>
              <a:defRPr sz="2100" b="0">
                <a:solidFill>
                  <a:srgbClr val="08205E"/>
                </a:solidFill>
                <a:latin typeface="Nimbus Sans"/>
                <a:ea typeface="Nimbus Sans"/>
                <a:cs typeface="Nimbus Sans"/>
              </a:defRPr>
            </a:lvl3pPr>
            <a:lvl4pPr>
              <a:defRPr sz="2100" b="0">
                <a:solidFill>
                  <a:srgbClr val="08205E"/>
                </a:solidFill>
                <a:latin typeface="Nimbus Sans"/>
                <a:ea typeface="Nimbus Sans"/>
                <a:cs typeface="Nimbus Sans"/>
              </a:defRPr>
            </a:lvl4pPr>
            <a:lvl5pPr>
              <a:defRPr sz="2100" b="0">
                <a:solidFill>
                  <a:srgbClr val="08205E"/>
                </a:solidFill>
                <a:latin typeface="Nimbus Sans"/>
                <a:ea typeface="Nimbus Sans"/>
                <a:cs typeface="Nimbus Sans"/>
              </a:defRPr>
            </a:lvl5pPr>
            <a:lvl6pPr>
              <a:defRPr sz="2100" b="0">
                <a:solidFill>
                  <a:srgbClr val="08205E"/>
                </a:solidFill>
                <a:latin typeface="Nimbus Sans"/>
                <a:ea typeface="Nimbus Sans"/>
                <a:cs typeface="Nimbus Sans"/>
              </a:defRPr>
            </a:lvl6pPr>
            <a:lvl7pPr>
              <a:defRPr sz="2100" b="0">
                <a:solidFill>
                  <a:srgbClr val="08205E"/>
                </a:solidFill>
                <a:latin typeface="Nimbus Sans"/>
                <a:ea typeface="Nimbus Sans"/>
                <a:cs typeface="Nimbus Sans"/>
              </a:defRPr>
            </a:lvl7pPr>
            <a:lvl8pPr>
              <a:defRPr sz="2100" b="0">
                <a:solidFill>
                  <a:srgbClr val="08205E"/>
                </a:solidFill>
                <a:latin typeface="Nimbus Sans"/>
                <a:ea typeface="Nimbus Sans"/>
                <a:cs typeface="Nimbus Sans"/>
              </a:defRPr>
            </a:lvl8pPr>
            <a:lvl9pPr>
              <a:defRPr sz="2100" b="0">
                <a:solidFill>
                  <a:srgbClr val="08205E"/>
                </a:solidFill>
                <a:latin typeface="Nimbus Sans"/>
                <a:ea typeface="Nimbus Sans"/>
                <a:cs typeface="Nimbus Sans"/>
              </a:defRPr>
            </a:lvl9pPr>
          </a:lstStyle>
          <a:p>
            <a:pPr>
              <a:defRPr sz="2100" b="0">
                <a:solidFill>
                  <a:srgbClr val="08205E"/>
                </a:solidFill>
                <a:latin typeface="Nimbus Sans"/>
                <a:ea typeface="Nimbus Sans"/>
                <a:cs typeface="Nimbus Sans"/>
              </a:defRPr>
            </a:pPr>
            <a:r>
              <a:rPr sz="2100" b="0">
                <a:solidFill>
                  <a:srgbClr val="08205E"/>
                </a:solidFill>
                <a:latin typeface="Nimbus Sans"/>
                <a:ea typeface="Nimbus Sans"/>
                <a:cs typeface="Nimbus Sans"/>
              </a:rPr>
              <a:t>The main explanation uses</a:t>
            </a:r>
          </a:p>
          <a:p>
            <a:pPr>
              <a:defRPr sz="2100" b="0">
                <a:solidFill>
                  <a:srgbClr val="08205E"/>
                </a:solidFill>
                <a:latin typeface="Nimbus Sans"/>
                <a:ea typeface="Nimbus Sans"/>
                <a:cs typeface="Nimbus Sans"/>
              </a:defRPr>
            </a:pPr>
            <a:r>
              <a:rPr sz="2100" b="0">
                <a:solidFill>
                  <a:srgbClr val="08205E"/>
                </a:solidFill>
                <a:latin typeface="Nimbus Sans"/>
                <a:ea typeface="Nimbus Sans"/>
                <a:cs typeface="Nimbus Sans"/>
              </a:rPr>
              <a:t>the three largest upward</a:t>
            </a:r>
          </a:p>
          <a:p>
            <a:pPr>
              <a:defRPr sz="2100" b="0">
                <a:solidFill>
                  <a:srgbClr val="08205E"/>
                </a:solidFill>
                <a:latin typeface="Nimbus Sans"/>
                <a:ea typeface="Nimbus Sans"/>
                <a:cs typeface="Nimbus Sans"/>
              </a:defRPr>
            </a:pPr>
            <a:r>
              <a:rPr sz="2100" b="0">
                <a:solidFill>
                  <a:srgbClr val="08205E"/>
                </a:solidFill>
                <a:latin typeface="Nimbus Sans"/>
                <a:ea typeface="Nimbus Sans"/>
                <a:cs typeface="Nimbus Sans"/>
              </a:rPr>
              <a:t>contributions from this plot.</a:t>
            </a:r>
          </a:p>
        </p:txBody>
      </p:sp>
      <p:sp>
        <p:nvSpPr>
          <p:cNvPr id="7" name="text-4">
            <a:extLst>
              <a:ext uri="{FF2B5EF4-FFF2-40B4-BE49-F238E27FC236}">
                <a16:creationId xmlns:a16="http://schemas.microsoft.com/office/drawing/2014/main" id="{07144582-303A-4C92-B271-DEAECE206853}"/>
              </a:ext>
            </a:extLst>
          </p:cNvPr>
          <p:cNvSpPr>
            <a:spLocks noGrp="1"/>
          </p:cNvSpPr>
          <p:nvPr/>
        </p:nvSpPr>
        <p:spPr>
          <a:xfrm>
            <a:off x="8382000" y="4286250"/>
            <a:ext cx="3143250" cy="1428750"/>
          </a:xfrm>
          <a:prstGeom prst="rect">
            <a:avLst/>
          </a:prstGeom>
          <a:noFill/>
          <a:ln w="0">
            <a:noFill/>
            <a:prstDash val="solid"/>
          </a:ln>
        </p:spPr>
        <p:txBody>
          <a:bodyPr lIns="0" tIns="0" rIns="0" bIns="0" anchor="t"/>
          <a:lstStyle>
            <a:defPPr>
              <a:defRPr sz="1950" b="0">
                <a:solidFill>
                  <a:srgbClr val="08205E"/>
                </a:solidFill>
                <a:latin typeface="Nimbus Sans"/>
                <a:ea typeface="Nimbus Sans"/>
                <a:cs typeface="Nimbus Sans"/>
              </a:defRPr>
            </a:defPPr>
            <a:lvl1pPr>
              <a:defRPr sz="1950" b="0">
                <a:solidFill>
                  <a:srgbClr val="08205E"/>
                </a:solidFill>
                <a:latin typeface="Nimbus Sans"/>
                <a:ea typeface="Nimbus Sans"/>
                <a:cs typeface="Nimbus Sans"/>
              </a:defRPr>
            </a:lvl1pPr>
            <a:lvl2pPr>
              <a:defRPr sz="1950" b="0">
                <a:solidFill>
                  <a:srgbClr val="08205E"/>
                </a:solidFill>
                <a:latin typeface="Nimbus Sans"/>
                <a:ea typeface="Nimbus Sans"/>
                <a:cs typeface="Nimbus Sans"/>
              </a:defRPr>
            </a:lvl2pPr>
            <a:lvl3pPr>
              <a:defRPr sz="1950" b="0">
                <a:solidFill>
                  <a:srgbClr val="08205E"/>
                </a:solidFill>
                <a:latin typeface="Nimbus Sans"/>
                <a:ea typeface="Nimbus Sans"/>
                <a:cs typeface="Nimbus Sans"/>
              </a:defRPr>
            </a:lvl3pPr>
            <a:lvl4pPr>
              <a:defRPr sz="1950" b="0">
                <a:solidFill>
                  <a:srgbClr val="08205E"/>
                </a:solidFill>
                <a:latin typeface="Nimbus Sans"/>
                <a:ea typeface="Nimbus Sans"/>
                <a:cs typeface="Nimbus Sans"/>
              </a:defRPr>
            </a:lvl4pPr>
            <a:lvl5pPr>
              <a:defRPr sz="1950" b="0">
                <a:solidFill>
                  <a:srgbClr val="08205E"/>
                </a:solidFill>
                <a:latin typeface="Nimbus Sans"/>
                <a:ea typeface="Nimbus Sans"/>
                <a:cs typeface="Nimbus Sans"/>
              </a:defRPr>
            </a:lvl5pPr>
            <a:lvl6pPr>
              <a:defRPr sz="1950" b="0">
                <a:solidFill>
                  <a:srgbClr val="08205E"/>
                </a:solidFill>
                <a:latin typeface="Nimbus Sans"/>
                <a:ea typeface="Nimbus Sans"/>
                <a:cs typeface="Nimbus Sans"/>
              </a:defRPr>
            </a:lvl6pPr>
            <a:lvl7pPr>
              <a:defRPr sz="1950" b="0">
                <a:solidFill>
                  <a:srgbClr val="08205E"/>
                </a:solidFill>
                <a:latin typeface="Nimbus Sans"/>
                <a:ea typeface="Nimbus Sans"/>
                <a:cs typeface="Nimbus Sans"/>
              </a:defRPr>
            </a:lvl7pPr>
            <a:lvl8pPr>
              <a:defRPr sz="1950" b="0">
                <a:solidFill>
                  <a:srgbClr val="08205E"/>
                </a:solidFill>
                <a:latin typeface="Nimbus Sans"/>
                <a:ea typeface="Nimbus Sans"/>
                <a:cs typeface="Nimbus Sans"/>
              </a:defRPr>
            </a:lvl8pPr>
            <a:lvl9pPr>
              <a:defRPr sz="1950" b="0">
                <a:solidFill>
                  <a:srgbClr val="08205E"/>
                </a:solidFill>
                <a:latin typeface="Nimbus Sans"/>
                <a:ea typeface="Nimbus Sans"/>
                <a:cs typeface="Nimbus Sans"/>
              </a:defRPr>
            </a:lvl9pPr>
          </a:lstStyle>
          <a:p>
            <a:pPr>
              <a:defRPr sz="1950" b="0">
                <a:solidFill>
                  <a:srgbClr val="08205E"/>
                </a:solidFill>
                <a:latin typeface="Nimbus Sans"/>
                <a:ea typeface="Nimbus Sans"/>
                <a:cs typeface="Nimbus Sans"/>
              </a:defRPr>
            </a:pPr>
            <a:r>
              <a:rPr sz="1950" b="0">
                <a:solidFill>
                  <a:srgbClr val="08205E"/>
                </a:solidFill>
                <a:latin typeface="Nimbus Sans"/>
                <a:ea typeface="Nimbus Sans"/>
                <a:cs typeface="Nimbus Sans"/>
              </a:rPr>
              <a:t>The score reflects this</a:t>
            </a:r>
          </a:p>
          <a:p>
            <a:pPr>
              <a:defRPr sz="1950" b="0">
                <a:solidFill>
                  <a:srgbClr val="08205E"/>
                </a:solidFill>
                <a:latin typeface="Nimbus Sans"/>
                <a:ea typeface="Nimbus Sans"/>
                <a:cs typeface="Nimbus Sans"/>
              </a:defRPr>
            </a:pPr>
            <a:r>
              <a:rPr sz="1950" b="0">
                <a:solidFill>
                  <a:srgbClr val="08205E"/>
                </a:solidFill>
                <a:latin typeface="Nimbus Sans"/>
                <a:ea typeface="Nimbus Sans"/>
                <a:cs typeface="Nimbus Sans"/>
              </a:rPr>
              <a:t>research model and its</a:t>
            </a:r>
          </a:p>
          <a:p>
            <a:pPr>
              <a:defRPr sz="1950" b="0">
                <a:solidFill>
                  <a:srgbClr val="08205E"/>
                </a:solidFill>
                <a:latin typeface="Nimbus Sans"/>
                <a:ea typeface="Nimbus Sans"/>
                <a:cs typeface="Nimbus Sans"/>
              </a:defRPr>
            </a:pPr>
            <a:r>
              <a:rPr sz="1950" b="0">
                <a:solidFill>
                  <a:srgbClr val="08205E"/>
                </a:solidFill>
                <a:latin typeface="Nimbus Sans"/>
                <a:ea typeface="Nimbus Sans"/>
                <a:cs typeface="Nimbus Sans"/>
              </a:rPr>
              <a:t>reference data.</a:t>
            </a:r>
          </a:p>
        </p:txBody>
      </p:sp>
    </p:spTree>
    <p:extLst>
      <p:ext uri="{BB962C8B-B14F-4D97-AF65-F5344CB8AC3E}">
        <p14:creationId xmlns:p14="http://schemas.microsoft.com/office/powerpoint/2010/main" val="48069906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B466210FB7603644BA89CDF73087CF3B" ma:contentTypeVersion="5" ma:contentTypeDescription="Opret et nyt dokument." ma:contentTypeScope="" ma:versionID="1323a3375fe92b57b786736e493d92d1">
  <xsd:schema xmlns:xsd="http://www.w3.org/2001/XMLSchema" xmlns:xs="http://www.w3.org/2001/XMLSchema" xmlns:p="http://schemas.microsoft.com/office/2006/metadata/properties" xmlns:ns3="c2999db3-9949-4bfb-ab4b-ba71da51ce21" targetNamespace="http://schemas.microsoft.com/office/2006/metadata/properties" ma:root="true" ma:fieldsID="5df63117e32a976f3b1caea089d2857e" ns3:_="">
    <xsd:import namespace="c2999db3-9949-4bfb-ab4b-ba71da51ce21"/>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2999db3-9949-4bfb-ab4b-ba71da51ce21"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dhol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c2999db3-9949-4bfb-ab4b-ba71da51ce21" xsi:nil="true"/>
  </documentManagement>
</p:properties>
</file>

<file path=customXml/itemProps1.xml><?xml version="1.0" encoding="utf-8"?>
<ds:datastoreItem xmlns:ds="http://schemas.openxmlformats.org/officeDocument/2006/customXml" ds:itemID="{7F1B42DF-E8DD-4EE8-B54D-989A1E7441FE}">
  <ds:schemaRefs>
    <ds:schemaRef ds:uri="http://schemas.microsoft.com/sharepoint/v3/contenttype/forms"/>
  </ds:schemaRefs>
</ds:datastoreItem>
</file>

<file path=customXml/itemProps2.xml><?xml version="1.0" encoding="utf-8"?>
<ds:datastoreItem xmlns:ds="http://schemas.openxmlformats.org/officeDocument/2006/customXml" ds:itemID="{4D23E8EA-C208-468E-8327-B39F732B5B41}">
  <ds:schemaRefs>
    <ds:schemaRef ds:uri="c2999db3-9949-4bfb-ab4b-ba71da51ce2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32B3E70-C503-4B19-A49E-68F368EE2994}">
  <ds:schemaRefs>
    <ds:schemaRef ds:uri="http://purl.org/dc/elements/1.1/"/>
    <ds:schemaRef ds:uri="http://purl.org/dc/dcmitype/"/>
    <ds:schemaRef ds:uri="http://schemas.microsoft.com/office/2006/metadata/properties"/>
    <ds:schemaRef ds:uri="http://purl.org/dc/terms/"/>
    <ds:schemaRef ds:uri="http://www.w3.org/XML/1998/namespace"/>
    <ds:schemaRef ds:uri="http://schemas.microsoft.com/office/2006/documentManagement/types"/>
    <ds:schemaRef ds:uri="http://schemas.microsoft.com/office/infopath/2007/PartnerControls"/>
    <ds:schemaRef ds:uri="http://schemas.openxmlformats.org/package/2006/metadata/core-properties"/>
    <ds:schemaRef ds:uri="c2999db3-9949-4bfb-ab4b-ba71da51ce21"/>
  </ds:schemaRefs>
</ds:datastoreItem>
</file>

<file path=docProps/app.xml><?xml version="1.0" encoding="utf-8"?>
<Properties xmlns="http://schemas.openxmlformats.org/officeDocument/2006/extended-properties" xmlns:vt="http://schemas.openxmlformats.org/officeDocument/2006/docPropsVTypes">
  <TotalTime>0</TotalTime>
  <Words>1740</Words>
  <Application>Microsoft Office PowerPoint</Application>
  <PresentationFormat>Widescreen</PresentationFormat>
  <Paragraphs>160</Paragraphs>
  <Slides>10</Slides>
  <Notes>10</Notes>
  <HiddenSlides>3</HiddenSlides>
  <MMClips>0</MMClips>
  <ScaleCrop>false</ScaleCrop>
  <HeadingPairs>
    <vt:vector size="6" baseType="variant">
      <vt:variant>
        <vt:lpstr>Benyttede skrifttyper</vt:lpstr>
      </vt:variant>
      <vt:variant>
        <vt:i4>3</vt:i4>
      </vt:variant>
      <vt:variant>
        <vt:lpstr>Tema</vt:lpstr>
      </vt:variant>
      <vt:variant>
        <vt:i4>1</vt:i4>
      </vt:variant>
      <vt:variant>
        <vt:lpstr>Slidetitler</vt:lpstr>
      </vt:variant>
      <vt:variant>
        <vt:i4>10</vt:i4>
      </vt:variant>
    </vt:vector>
  </HeadingPairs>
  <TitlesOfParts>
    <vt:vector size="14" baseType="lpstr">
      <vt:lpstr>Aptos</vt:lpstr>
      <vt:lpstr>Nimbus Sans</vt:lpstr>
      <vt:lpstr>Segoe UI</vt:lpstr>
      <vt:lpstr>ChatGPT</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Magnus Lau Ovesen</cp:lastModifiedBy>
  <cp:revision>1</cp:revision>
  <dcterms:created xsi:type="dcterms:W3CDTF">2026-10-19T10:17:07Z</dcterms:created>
  <dcterms:modified xsi:type="dcterms:W3CDTF">2026-10-19T13:19:54Z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0x010100B466210FB7603644BA89CDF73087CF3B</vt:lpwstr>
  </property>
</Properties>
</file>